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72" r:id="rId12"/>
    <p:sldId id="273" r:id="rId13"/>
    <p:sldId id="274" r:id="rId14"/>
    <p:sldId id="269" r:id="rId15"/>
    <p:sldId id="264" r:id="rId16"/>
    <p:sldId id="266" r:id="rId17"/>
    <p:sldId id="267" r:id="rId18"/>
    <p:sldId id="268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0B9A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C7896F-FB2A-4C35-9314-E3BC47A74FD5}" v="2" dt="2026-05-25T19:44:38.4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5-16T16:45:17.815" v="197" actId="1076"/>
      <pc:docMkLst>
        <pc:docMk/>
      </pc:docMkLst>
      <pc:sldChg chg="addSp delSp modSp new mod modClrScheme chgLayout">
        <pc:chgData name="Norbey Muñoz" userId="b7e811e8891ccd42" providerId="LiveId" clId="{2482167B-ADD3-4E68-AB8B-ADE9CECE27D0}" dt="2026-05-16T16:28:22.096" v="24" actId="1076"/>
        <pc:sldMkLst>
          <pc:docMk/>
          <pc:sldMk cId="2820110920" sldId="256"/>
        </pc:sldMkLst>
        <pc:picChg chg="add mod">
          <ac:chgData name="Norbey Muñoz" userId="b7e811e8891ccd42" providerId="LiveId" clId="{2482167B-ADD3-4E68-AB8B-ADE9CECE27D0}" dt="2026-05-16T16:28:22.096" v="24" actId="1076"/>
          <ac:picMkLst>
            <pc:docMk/>
            <pc:sldMk cId="2820110920" sldId="256"/>
            <ac:picMk id="5" creationId="{7E4F0242-0DC6-ECD8-827E-35725C565AA1}"/>
          </ac:picMkLst>
        </pc:picChg>
      </pc:sldChg>
      <pc:sldChg chg="addSp delSp modSp add mod">
        <pc:chgData name="Norbey Muñoz" userId="b7e811e8891ccd42" providerId="LiveId" clId="{2482167B-ADD3-4E68-AB8B-ADE9CECE27D0}" dt="2026-05-16T16:28:37.618" v="26" actId="26606"/>
        <pc:sldMkLst>
          <pc:docMk/>
          <pc:sldMk cId="1304024680" sldId="257"/>
        </pc:sldMkLst>
        <pc:picChg chg="add mod">
          <ac:chgData name="Norbey Muñoz" userId="b7e811e8891ccd42" providerId="LiveId" clId="{2482167B-ADD3-4E68-AB8B-ADE9CECE27D0}" dt="2026-05-16T16:28:37.618" v="26" actId="26606"/>
          <ac:picMkLst>
            <pc:docMk/>
            <pc:sldMk cId="1304024680" sldId="257"/>
            <ac:picMk id="3" creationId="{BF8B8DB7-B09E-DD01-E076-7BE46C8A82AB}"/>
          </ac:picMkLst>
        </pc:picChg>
      </pc:sldChg>
      <pc:sldChg chg="addSp delSp modSp add mod">
        <pc:chgData name="Norbey Muñoz" userId="b7e811e8891ccd42" providerId="LiveId" clId="{2482167B-ADD3-4E68-AB8B-ADE9CECE27D0}" dt="2026-05-16T16:29:04.939" v="30" actId="26606"/>
        <pc:sldMkLst>
          <pc:docMk/>
          <pc:sldMk cId="3813740240" sldId="258"/>
        </pc:sldMkLst>
        <pc:picChg chg="add mod">
          <ac:chgData name="Norbey Muñoz" userId="b7e811e8891ccd42" providerId="LiveId" clId="{2482167B-ADD3-4E68-AB8B-ADE9CECE27D0}" dt="2026-05-16T16:29:04.939" v="30" actId="26606"/>
          <ac:picMkLst>
            <pc:docMk/>
            <pc:sldMk cId="3813740240" sldId="258"/>
            <ac:picMk id="4" creationId="{C482464D-8C6E-C9FD-5D00-F646B2BE67A2}"/>
          </ac:picMkLst>
        </pc:picChg>
      </pc:sldChg>
      <pc:sldChg chg="addSp delSp modSp add mod">
        <pc:chgData name="Norbey Muñoz" userId="b7e811e8891ccd42" providerId="LiveId" clId="{2482167B-ADD3-4E68-AB8B-ADE9CECE27D0}" dt="2026-05-16T16:29:26.771" v="34" actId="26606"/>
        <pc:sldMkLst>
          <pc:docMk/>
          <pc:sldMk cId="2217358498" sldId="259"/>
        </pc:sldMkLst>
        <pc:picChg chg="add mod">
          <ac:chgData name="Norbey Muñoz" userId="b7e811e8891ccd42" providerId="LiveId" clId="{2482167B-ADD3-4E68-AB8B-ADE9CECE27D0}" dt="2026-05-16T16:29:26.771" v="34" actId="26606"/>
          <ac:picMkLst>
            <pc:docMk/>
            <pc:sldMk cId="2217358498" sldId="259"/>
            <ac:picMk id="3" creationId="{ECE07EBF-93C6-E016-D2B3-9242A6FEB133}"/>
          </ac:picMkLst>
        </pc:picChg>
      </pc:sldChg>
      <pc:sldChg chg="addSp delSp modSp add mod">
        <pc:chgData name="Norbey Muñoz" userId="b7e811e8891ccd42" providerId="LiveId" clId="{2482167B-ADD3-4E68-AB8B-ADE9CECE27D0}" dt="2026-05-16T16:30:04.629" v="38" actId="26606"/>
        <pc:sldMkLst>
          <pc:docMk/>
          <pc:sldMk cId="1351171500" sldId="260"/>
        </pc:sldMkLst>
        <pc:picChg chg="add mod">
          <ac:chgData name="Norbey Muñoz" userId="b7e811e8891ccd42" providerId="LiveId" clId="{2482167B-ADD3-4E68-AB8B-ADE9CECE27D0}" dt="2026-05-16T16:30:04.629" v="38" actId="26606"/>
          <ac:picMkLst>
            <pc:docMk/>
            <pc:sldMk cId="1351171500" sldId="260"/>
            <ac:picMk id="4" creationId="{8C989183-4A74-6237-7768-29A5AFD2B9EF}"/>
          </ac:picMkLst>
        </pc:picChg>
      </pc:sldChg>
      <pc:sldChg chg="addSp delSp modSp add mod">
        <pc:chgData name="Norbey Muñoz" userId="b7e811e8891ccd42" providerId="LiveId" clId="{2482167B-ADD3-4E68-AB8B-ADE9CECE27D0}" dt="2026-05-16T16:33:49.917" v="42" actId="26606"/>
        <pc:sldMkLst>
          <pc:docMk/>
          <pc:sldMk cId="2401369300" sldId="261"/>
        </pc:sldMkLst>
        <pc:picChg chg="add mod">
          <ac:chgData name="Norbey Muñoz" userId="b7e811e8891ccd42" providerId="LiveId" clId="{2482167B-ADD3-4E68-AB8B-ADE9CECE27D0}" dt="2026-05-16T16:33:49.917" v="42" actId="26606"/>
          <ac:picMkLst>
            <pc:docMk/>
            <pc:sldMk cId="2401369300" sldId="261"/>
            <ac:picMk id="3" creationId="{49211180-EC3A-0D6A-5B98-5DEA8F273923}"/>
          </ac:picMkLst>
        </pc:picChg>
      </pc:sldChg>
      <pc:sldChg chg="addSp delSp modSp add mod">
        <pc:chgData name="Norbey Muñoz" userId="b7e811e8891ccd42" providerId="LiveId" clId="{2482167B-ADD3-4E68-AB8B-ADE9CECE27D0}" dt="2026-05-16T16:34:25.613" v="46" actId="26606"/>
        <pc:sldMkLst>
          <pc:docMk/>
          <pc:sldMk cId="3776664968" sldId="262"/>
        </pc:sldMkLst>
        <pc:picChg chg="add mod">
          <ac:chgData name="Norbey Muñoz" userId="b7e811e8891ccd42" providerId="LiveId" clId="{2482167B-ADD3-4E68-AB8B-ADE9CECE27D0}" dt="2026-05-16T16:34:25.613" v="46" actId="26606"/>
          <ac:picMkLst>
            <pc:docMk/>
            <pc:sldMk cId="3776664968" sldId="262"/>
            <ac:picMk id="4" creationId="{78BE93A6-9AB8-D95E-6320-87CA46B5710C}"/>
          </ac:picMkLst>
        </pc:picChg>
      </pc:sldChg>
      <pc:sldChg chg="addSp delSp modSp add mod">
        <pc:chgData name="Norbey Muñoz" userId="b7e811e8891ccd42" providerId="LiveId" clId="{2482167B-ADD3-4E68-AB8B-ADE9CECE27D0}" dt="2026-05-16T16:43:04.092" v="172" actId="108"/>
        <pc:sldMkLst>
          <pc:docMk/>
          <pc:sldMk cId="1725206518" sldId="263"/>
        </pc:sldMkLst>
        <pc:graphicFrameChg chg="add mod modGraphic">
          <ac:chgData name="Norbey Muñoz" userId="b7e811e8891ccd42" providerId="LiveId" clId="{2482167B-ADD3-4E68-AB8B-ADE9CECE27D0}" dt="2026-05-16T16:43:04.092" v="172" actId="108"/>
          <ac:graphicFrameMkLst>
            <pc:docMk/>
            <pc:sldMk cId="1725206518" sldId="263"/>
            <ac:graphicFrameMk id="5" creationId="{815BFB81-2BC2-148C-51B0-D973E53AF00D}"/>
          </ac:graphicFrameMkLst>
        </pc:graphicFrameChg>
        <pc:picChg chg="add mod">
          <ac:chgData name="Norbey Muñoz" userId="b7e811e8891ccd42" providerId="LiveId" clId="{2482167B-ADD3-4E68-AB8B-ADE9CECE27D0}" dt="2026-05-16T16:35:04.276" v="51" actId="1076"/>
          <ac:picMkLst>
            <pc:docMk/>
            <pc:sldMk cId="1725206518" sldId="263"/>
            <ac:picMk id="3" creationId="{BFEEF657-25CA-BCF5-A7C0-EB53D74B3B68}"/>
          </ac:picMkLst>
        </pc:picChg>
      </pc:sldChg>
      <pc:sldChg chg="addSp delSp modSp add mod ord">
        <pc:chgData name="Norbey Muñoz" userId="b7e811e8891ccd42" providerId="LiveId" clId="{2482167B-ADD3-4E68-AB8B-ADE9CECE27D0}" dt="2026-05-16T16:43:30.134" v="178" actId="26606"/>
        <pc:sldMkLst>
          <pc:docMk/>
          <pc:sldMk cId="4264193771" sldId="264"/>
        </pc:sldMkLst>
        <pc:picChg chg="add mod">
          <ac:chgData name="Norbey Muñoz" userId="b7e811e8891ccd42" providerId="LiveId" clId="{2482167B-ADD3-4E68-AB8B-ADE9CECE27D0}" dt="2026-05-16T16:43:30.134" v="178" actId="26606"/>
          <ac:picMkLst>
            <pc:docMk/>
            <pc:sldMk cId="4264193771" sldId="264"/>
            <ac:picMk id="3" creationId="{C21436D5-9537-C875-60E8-F3B9313C06FB}"/>
          </ac:picMkLst>
        </pc:picChg>
      </pc:sldChg>
      <pc:sldChg chg="addSp delSp modSp add mod">
        <pc:chgData name="Norbey Muñoz" userId="b7e811e8891ccd42" providerId="LiveId" clId="{2482167B-ADD3-4E68-AB8B-ADE9CECE27D0}" dt="2026-05-16T16:43:46.847" v="183" actId="26606"/>
        <pc:sldMkLst>
          <pc:docMk/>
          <pc:sldMk cId="3366844137" sldId="266"/>
        </pc:sldMkLst>
        <pc:picChg chg="add mod">
          <ac:chgData name="Norbey Muñoz" userId="b7e811e8891ccd42" providerId="LiveId" clId="{2482167B-ADD3-4E68-AB8B-ADE9CECE27D0}" dt="2026-05-16T16:43:46.847" v="183" actId="26606"/>
          <ac:picMkLst>
            <pc:docMk/>
            <pc:sldMk cId="3366844137" sldId="266"/>
            <ac:picMk id="4" creationId="{9F444CBC-CD2F-6945-64BC-3EC63BD9EB64}"/>
          </ac:picMkLst>
        </pc:picChg>
      </pc:sldChg>
      <pc:sldChg chg="addSp delSp modSp add mod">
        <pc:chgData name="Norbey Muñoz" userId="b7e811e8891ccd42" providerId="LiveId" clId="{2482167B-ADD3-4E68-AB8B-ADE9CECE27D0}" dt="2026-05-16T16:44:07.590" v="187" actId="26606"/>
        <pc:sldMkLst>
          <pc:docMk/>
          <pc:sldMk cId="2453332651" sldId="267"/>
        </pc:sldMkLst>
        <pc:picChg chg="add mod">
          <ac:chgData name="Norbey Muñoz" userId="b7e811e8891ccd42" providerId="LiveId" clId="{2482167B-ADD3-4E68-AB8B-ADE9CECE27D0}" dt="2026-05-16T16:44:07.590" v="187" actId="26606"/>
          <ac:picMkLst>
            <pc:docMk/>
            <pc:sldMk cId="2453332651" sldId="267"/>
            <ac:picMk id="3" creationId="{6F57F459-B4E5-80AB-DDF4-25703DF482FE}"/>
          </ac:picMkLst>
        </pc:picChg>
      </pc:sldChg>
      <pc:sldChg chg="addSp delSp modSp add mod">
        <pc:chgData name="Norbey Muñoz" userId="b7e811e8891ccd42" providerId="LiveId" clId="{2482167B-ADD3-4E68-AB8B-ADE9CECE27D0}" dt="2026-05-16T16:44:35.280" v="191" actId="26606"/>
        <pc:sldMkLst>
          <pc:docMk/>
          <pc:sldMk cId="70287330" sldId="268"/>
        </pc:sldMkLst>
        <pc:picChg chg="add mod">
          <ac:chgData name="Norbey Muñoz" userId="b7e811e8891ccd42" providerId="LiveId" clId="{2482167B-ADD3-4E68-AB8B-ADE9CECE27D0}" dt="2026-05-16T16:44:35.280" v="191" actId="26606"/>
          <ac:picMkLst>
            <pc:docMk/>
            <pc:sldMk cId="70287330" sldId="268"/>
            <ac:picMk id="4" creationId="{AB9AF976-BDB0-75FA-7980-60C6293392CE}"/>
          </ac:picMkLst>
        </pc:picChg>
      </pc:sldChg>
      <pc:sldChg chg="addSp delSp modSp add mod">
        <pc:chgData name="Norbey Muñoz" userId="b7e811e8891ccd42" providerId="LiveId" clId="{2482167B-ADD3-4E68-AB8B-ADE9CECE27D0}" dt="2026-05-16T16:45:17.815" v="197" actId="1076"/>
        <pc:sldMkLst>
          <pc:docMk/>
          <pc:sldMk cId="2437128688" sldId="269"/>
        </pc:sldMkLst>
        <pc:spChg chg="add mod">
          <ac:chgData name="Norbey Muñoz" userId="b7e811e8891ccd42" providerId="LiveId" clId="{2482167B-ADD3-4E68-AB8B-ADE9CECE27D0}" dt="2026-05-16T16:45:17.815" v="197" actId="1076"/>
          <ac:spMkLst>
            <pc:docMk/>
            <pc:sldMk cId="2437128688" sldId="269"/>
            <ac:spMk id="4" creationId="{A09FB9A6-B6D3-DB7B-8CCB-E6251681AD99}"/>
          </ac:spMkLst>
        </pc:spChg>
      </pc:sldChg>
    </pc:docChg>
  </pc:docChgLst>
  <pc:docChgLst>
    <pc:chgData name="Norbey Muñoz" userId="b7e811e8891ccd42" providerId="LiveId" clId="{7A9D10B8-45EB-48FB-89DA-3B884F36BEE7}"/>
    <pc:docChg chg="undo custSel addSld delSld modSld sldOrd">
      <pc:chgData name="Norbey Muñoz" userId="b7e811e8891ccd42" providerId="LiveId" clId="{7A9D10B8-45EB-48FB-89DA-3B884F36BEE7}" dt="2026-05-25T19:59:34.361" v="110" actId="1076"/>
      <pc:docMkLst>
        <pc:docMk/>
      </pc:docMkLst>
      <pc:sldChg chg="del">
        <pc:chgData name="Norbey Muñoz" userId="b7e811e8891ccd42" providerId="LiveId" clId="{7A9D10B8-45EB-48FB-89DA-3B884F36BEE7}" dt="2026-05-25T19:32:28.217" v="0" actId="47"/>
        <pc:sldMkLst>
          <pc:docMk/>
          <pc:sldMk cId="3036015222" sldId="265"/>
        </pc:sldMkLst>
      </pc:sldChg>
      <pc:sldChg chg="addSp delSp modSp add mod ord setBg">
        <pc:chgData name="Norbey Muñoz" userId="b7e811e8891ccd42" providerId="LiveId" clId="{7A9D10B8-45EB-48FB-89DA-3B884F36BEE7}" dt="2026-05-25T19:41:30.342" v="8"/>
        <pc:sldMkLst>
          <pc:docMk/>
          <pc:sldMk cId="443424851" sldId="270"/>
        </pc:sldMkLst>
        <pc:spChg chg="del">
          <ac:chgData name="Norbey Muñoz" userId="b7e811e8891ccd42" providerId="LiveId" clId="{7A9D10B8-45EB-48FB-89DA-3B884F36BEE7}" dt="2026-05-25T19:40:27.018" v="2" actId="478"/>
          <ac:spMkLst>
            <pc:docMk/>
            <pc:sldMk cId="443424851" sldId="270"/>
            <ac:spMk id="4" creationId="{5146CF6D-A74D-81D6-207D-8C02BC74201D}"/>
          </ac:spMkLst>
        </pc:spChg>
        <pc:picChg chg="add mod">
          <ac:chgData name="Norbey Muñoz" userId="b7e811e8891ccd42" providerId="LiveId" clId="{7A9D10B8-45EB-48FB-89DA-3B884F36BEE7}" dt="2026-05-25T19:41:18.177" v="5" actId="1076"/>
          <ac:picMkLst>
            <pc:docMk/>
            <pc:sldMk cId="443424851" sldId="270"/>
            <ac:picMk id="3" creationId="{D1A93743-3678-4050-433D-506B73E9EB6F}"/>
          </ac:picMkLst>
        </pc:picChg>
      </pc:sldChg>
      <pc:sldChg chg="addSp delSp modSp add mod">
        <pc:chgData name="Norbey Muñoz" userId="b7e811e8891ccd42" providerId="LiveId" clId="{7A9D10B8-45EB-48FB-89DA-3B884F36BEE7}" dt="2026-05-25T19:43:15.831" v="22" actId="1076"/>
        <pc:sldMkLst>
          <pc:docMk/>
          <pc:sldMk cId="3497275180" sldId="271"/>
        </pc:sldMkLst>
        <pc:picChg chg="del">
          <ac:chgData name="Norbey Muñoz" userId="b7e811e8891ccd42" providerId="LiveId" clId="{7A9D10B8-45EB-48FB-89DA-3B884F36BEE7}" dt="2026-05-25T19:41:49.862" v="10" actId="478"/>
          <ac:picMkLst>
            <pc:docMk/>
            <pc:sldMk cId="3497275180" sldId="271"/>
            <ac:picMk id="3" creationId="{FEBF25EF-8A64-53D1-B26D-BD3E077637CC}"/>
          </ac:picMkLst>
        </pc:picChg>
        <pc:picChg chg="add mod">
          <ac:chgData name="Norbey Muñoz" userId="b7e811e8891ccd42" providerId="LiveId" clId="{7A9D10B8-45EB-48FB-89DA-3B884F36BEE7}" dt="2026-05-25T19:43:15.831" v="22" actId="1076"/>
          <ac:picMkLst>
            <pc:docMk/>
            <pc:sldMk cId="3497275180" sldId="271"/>
            <ac:picMk id="4" creationId="{7C76F224-20A9-F5E7-71A7-8E2B251B20DE}"/>
          </ac:picMkLst>
        </pc:picChg>
      </pc:sldChg>
      <pc:sldChg chg="addSp delSp modSp add mod">
        <pc:chgData name="Norbey Muñoz" userId="b7e811e8891ccd42" providerId="LiveId" clId="{7A9D10B8-45EB-48FB-89DA-3B884F36BEE7}" dt="2026-05-25T19:43:20.745" v="24" actId="1076"/>
        <pc:sldMkLst>
          <pc:docMk/>
          <pc:sldMk cId="2182237749" sldId="272"/>
        </pc:sldMkLst>
        <pc:picChg chg="add mod">
          <ac:chgData name="Norbey Muñoz" userId="b7e811e8891ccd42" providerId="LiveId" clId="{7A9D10B8-45EB-48FB-89DA-3B884F36BEE7}" dt="2026-05-25T19:43:20.745" v="24" actId="1076"/>
          <ac:picMkLst>
            <pc:docMk/>
            <pc:sldMk cId="2182237749" sldId="272"/>
            <ac:picMk id="3" creationId="{840DA094-FA60-C72B-36DF-AFE988B26671}"/>
          </ac:picMkLst>
        </pc:picChg>
        <pc:picChg chg="del">
          <ac:chgData name="Norbey Muñoz" userId="b7e811e8891ccd42" providerId="LiveId" clId="{7A9D10B8-45EB-48FB-89DA-3B884F36BEE7}" dt="2026-05-25T19:42:15.076" v="13" actId="478"/>
          <ac:picMkLst>
            <pc:docMk/>
            <pc:sldMk cId="2182237749" sldId="272"/>
            <ac:picMk id="4" creationId="{0FDCBD6B-DF52-4B94-A5F2-7E04F70B346E}"/>
          </ac:picMkLst>
        </pc:picChg>
      </pc:sldChg>
      <pc:sldChg chg="addSp delSp modSp add mod">
        <pc:chgData name="Norbey Muñoz" userId="b7e811e8891ccd42" providerId="LiveId" clId="{7A9D10B8-45EB-48FB-89DA-3B884F36BEE7}" dt="2026-05-25T19:43:31.018" v="28" actId="1076"/>
        <pc:sldMkLst>
          <pc:docMk/>
          <pc:sldMk cId="1383007495" sldId="273"/>
        </pc:sldMkLst>
        <pc:picChg chg="del">
          <ac:chgData name="Norbey Muñoz" userId="b7e811e8891ccd42" providerId="LiveId" clId="{7A9D10B8-45EB-48FB-89DA-3B884F36BEE7}" dt="2026-05-25T19:42:36.177" v="16" actId="478"/>
          <ac:picMkLst>
            <pc:docMk/>
            <pc:sldMk cId="1383007495" sldId="273"/>
            <ac:picMk id="3" creationId="{F3FD7E3B-1491-C8EE-AC64-4E3A8116E5BF}"/>
          </ac:picMkLst>
        </pc:picChg>
        <pc:picChg chg="add mod">
          <ac:chgData name="Norbey Muñoz" userId="b7e811e8891ccd42" providerId="LiveId" clId="{7A9D10B8-45EB-48FB-89DA-3B884F36BEE7}" dt="2026-05-25T19:43:31.018" v="28" actId="1076"/>
          <ac:picMkLst>
            <pc:docMk/>
            <pc:sldMk cId="1383007495" sldId="273"/>
            <ac:picMk id="4" creationId="{1580BDC0-4788-0168-4166-70C7C726419B}"/>
          </ac:picMkLst>
        </pc:picChg>
      </pc:sldChg>
      <pc:sldChg chg="addSp delSp modSp add mod">
        <pc:chgData name="Norbey Muñoz" userId="b7e811e8891ccd42" providerId="LiveId" clId="{7A9D10B8-45EB-48FB-89DA-3B884F36BEE7}" dt="2026-05-25T19:43:37.679" v="30" actId="1076"/>
        <pc:sldMkLst>
          <pc:docMk/>
          <pc:sldMk cId="1685852441" sldId="274"/>
        </pc:sldMkLst>
        <pc:picChg chg="add mod">
          <ac:chgData name="Norbey Muñoz" userId="b7e811e8891ccd42" providerId="LiveId" clId="{7A9D10B8-45EB-48FB-89DA-3B884F36BEE7}" dt="2026-05-25T19:43:37.679" v="30" actId="1076"/>
          <ac:picMkLst>
            <pc:docMk/>
            <pc:sldMk cId="1685852441" sldId="274"/>
            <ac:picMk id="3" creationId="{A73B80A0-C0BD-F901-6C11-0F819D838AAB}"/>
          </ac:picMkLst>
        </pc:picChg>
        <pc:picChg chg="del">
          <ac:chgData name="Norbey Muñoz" userId="b7e811e8891ccd42" providerId="LiveId" clId="{7A9D10B8-45EB-48FB-89DA-3B884F36BEE7}" dt="2026-05-25T19:43:07.065" v="19" actId="478"/>
          <ac:picMkLst>
            <pc:docMk/>
            <pc:sldMk cId="1685852441" sldId="274"/>
            <ac:picMk id="4" creationId="{3B3E476F-C41C-90F9-9B33-0F784EE2D6F1}"/>
          </ac:picMkLst>
        </pc:picChg>
      </pc:sldChg>
      <pc:sldChg chg="addSp delSp add mod setBg">
        <pc:chgData name="Norbey Muñoz" userId="b7e811e8891ccd42" providerId="LiveId" clId="{7A9D10B8-45EB-48FB-89DA-3B884F36BEE7}" dt="2026-05-25T19:44:38.447" v="34"/>
        <pc:sldMkLst>
          <pc:docMk/>
          <pc:sldMk cId="402496038" sldId="275"/>
        </pc:sldMkLst>
        <pc:picChg chg="add">
          <ac:chgData name="Norbey Muñoz" userId="b7e811e8891ccd42" providerId="LiveId" clId="{7A9D10B8-45EB-48FB-89DA-3B884F36BEE7}" dt="2026-05-25T19:44:32.034" v="33" actId="22"/>
          <ac:picMkLst>
            <pc:docMk/>
            <pc:sldMk cId="402496038" sldId="275"/>
            <ac:picMk id="3" creationId="{86A42293-C0C3-42CC-C5CD-66E8F93A8143}"/>
          </ac:picMkLst>
        </pc:picChg>
        <pc:picChg chg="del">
          <ac:chgData name="Norbey Muñoz" userId="b7e811e8891ccd42" providerId="LiveId" clId="{7A9D10B8-45EB-48FB-89DA-3B884F36BEE7}" dt="2026-05-25T19:44:21.123" v="32" actId="478"/>
          <ac:picMkLst>
            <pc:docMk/>
            <pc:sldMk cId="402496038" sldId="275"/>
            <ac:picMk id="4" creationId="{36B6F5F6-F82C-A6CC-977D-6310F2481233}"/>
          </ac:picMkLst>
        </pc:picChg>
      </pc:sldChg>
      <pc:sldChg chg="addSp delSp modSp add mod">
        <pc:chgData name="Norbey Muñoz" userId="b7e811e8891ccd42" providerId="LiveId" clId="{7A9D10B8-45EB-48FB-89DA-3B884F36BEE7}" dt="2026-05-25T19:45:05.181" v="40" actId="1076"/>
        <pc:sldMkLst>
          <pc:docMk/>
          <pc:sldMk cId="4150977390" sldId="276"/>
        </pc:sldMkLst>
        <pc:picChg chg="del mod">
          <ac:chgData name="Norbey Muñoz" userId="b7e811e8891ccd42" providerId="LiveId" clId="{7A9D10B8-45EB-48FB-89DA-3B884F36BEE7}" dt="2026-05-25T19:44:46.553" v="37" actId="478"/>
          <ac:picMkLst>
            <pc:docMk/>
            <pc:sldMk cId="4150977390" sldId="276"/>
            <ac:picMk id="3" creationId="{08D6DAF7-D246-F071-320C-021037EBCC45}"/>
          </ac:picMkLst>
        </pc:picChg>
        <pc:picChg chg="add mod">
          <ac:chgData name="Norbey Muñoz" userId="b7e811e8891ccd42" providerId="LiveId" clId="{7A9D10B8-45EB-48FB-89DA-3B884F36BEE7}" dt="2026-05-25T19:45:05.181" v="40" actId="1076"/>
          <ac:picMkLst>
            <pc:docMk/>
            <pc:sldMk cId="4150977390" sldId="276"/>
            <ac:picMk id="4" creationId="{78040023-9965-2875-8943-9D4395246D55}"/>
          </ac:picMkLst>
        </pc:picChg>
      </pc:sldChg>
      <pc:sldChg chg="addSp delSp modSp add mod">
        <pc:chgData name="Norbey Muñoz" userId="b7e811e8891ccd42" providerId="LiveId" clId="{7A9D10B8-45EB-48FB-89DA-3B884F36BEE7}" dt="2026-05-25T19:45:45.215" v="46" actId="1076"/>
        <pc:sldMkLst>
          <pc:docMk/>
          <pc:sldMk cId="3954069503" sldId="277"/>
        </pc:sldMkLst>
        <pc:picChg chg="add mod">
          <ac:chgData name="Norbey Muñoz" userId="b7e811e8891ccd42" providerId="LiveId" clId="{7A9D10B8-45EB-48FB-89DA-3B884F36BEE7}" dt="2026-05-25T19:45:45.215" v="46" actId="1076"/>
          <ac:picMkLst>
            <pc:docMk/>
            <pc:sldMk cId="3954069503" sldId="277"/>
            <ac:picMk id="3" creationId="{72B2D745-7915-A6F9-BEF2-721399646387}"/>
          </ac:picMkLst>
        </pc:picChg>
        <pc:picChg chg="del">
          <ac:chgData name="Norbey Muñoz" userId="b7e811e8891ccd42" providerId="LiveId" clId="{7A9D10B8-45EB-48FB-89DA-3B884F36BEE7}" dt="2026-05-25T19:45:40.213" v="42" actId="478"/>
          <ac:picMkLst>
            <pc:docMk/>
            <pc:sldMk cId="3954069503" sldId="277"/>
            <ac:picMk id="4" creationId="{ADA0C7E7-3E76-8407-A060-E8AA56855526}"/>
          </ac:picMkLst>
        </pc:picChg>
      </pc:sldChg>
      <pc:sldChg chg="addSp delSp modSp add mod">
        <pc:chgData name="Norbey Muñoz" userId="b7e811e8891ccd42" providerId="LiveId" clId="{7A9D10B8-45EB-48FB-89DA-3B884F36BEE7}" dt="2026-05-25T19:46:14.772" v="51" actId="1076"/>
        <pc:sldMkLst>
          <pc:docMk/>
          <pc:sldMk cId="2557443107" sldId="278"/>
        </pc:sldMkLst>
        <pc:picChg chg="del">
          <ac:chgData name="Norbey Muñoz" userId="b7e811e8891ccd42" providerId="LiveId" clId="{7A9D10B8-45EB-48FB-89DA-3B884F36BEE7}" dt="2026-05-25T19:45:57.065" v="48" actId="478"/>
          <ac:picMkLst>
            <pc:docMk/>
            <pc:sldMk cId="2557443107" sldId="278"/>
            <ac:picMk id="3" creationId="{19873826-16B0-4F3F-D7F4-A7D216DB5783}"/>
          </ac:picMkLst>
        </pc:picChg>
        <pc:picChg chg="add mod">
          <ac:chgData name="Norbey Muñoz" userId="b7e811e8891ccd42" providerId="LiveId" clId="{7A9D10B8-45EB-48FB-89DA-3B884F36BEE7}" dt="2026-05-25T19:46:14.772" v="51" actId="1076"/>
          <ac:picMkLst>
            <pc:docMk/>
            <pc:sldMk cId="2557443107" sldId="278"/>
            <ac:picMk id="4" creationId="{ACD18A18-2A15-209D-E348-1E4D4A603E73}"/>
          </ac:picMkLst>
        </pc:picChg>
      </pc:sldChg>
      <pc:sldChg chg="addSp delSp modSp add mod setBg">
        <pc:chgData name="Norbey Muñoz" userId="b7e811e8891ccd42" providerId="LiveId" clId="{7A9D10B8-45EB-48FB-89DA-3B884F36BEE7}" dt="2026-05-25T19:52:17.619" v="59" actId="1076"/>
        <pc:sldMkLst>
          <pc:docMk/>
          <pc:sldMk cId="2241271085" sldId="279"/>
        </pc:sldMkLst>
        <pc:picChg chg="add mod">
          <ac:chgData name="Norbey Muñoz" userId="b7e811e8891ccd42" providerId="LiveId" clId="{7A9D10B8-45EB-48FB-89DA-3B884F36BEE7}" dt="2026-05-25T19:52:17.619" v="59" actId="1076"/>
          <ac:picMkLst>
            <pc:docMk/>
            <pc:sldMk cId="2241271085" sldId="279"/>
            <ac:picMk id="3" creationId="{39048B91-4454-D5FF-6AAA-3D591E97427E}"/>
          </ac:picMkLst>
        </pc:picChg>
        <pc:picChg chg="del">
          <ac:chgData name="Norbey Muñoz" userId="b7e811e8891ccd42" providerId="LiveId" clId="{7A9D10B8-45EB-48FB-89DA-3B884F36BEE7}" dt="2026-05-25T19:46:18.051" v="53" actId="478"/>
          <ac:picMkLst>
            <pc:docMk/>
            <pc:sldMk cId="2241271085" sldId="279"/>
            <ac:picMk id="4" creationId="{AA0A7B02-DB35-FF7C-DA13-6D302802D267}"/>
          </ac:picMkLst>
        </pc:picChg>
      </pc:sldChg>
      <pc:sldChg chg="addSp modSp add mod">
        <pc:chgData name="Norbey Muñoz" userId="b7e811e8891ccd42" providerId="LiveId" clId="{7A9D10B8-45EB-48FB-89DA-3B884F36BEE7}" dt="2026-05-25T19:52:43.637" v="62" actId="1076"/>
        <pc:sldMkLst>
          <pc:docMk/>
          <pc:sldMk cId="559063704" sldId="280"/>
        </pc:sldMkLst>
        <pc:picChg chg="add mod">
          <ac:chgData name="Norbey Muñoz" userId="b7e811e8891ccd42" providerId="LiveId" clId="{7A9D10B8-45EB-48FB-89DA-3B884F36BEE7}" dt="2026-05-25T19:52:43.637" v="62" actId="1076"/>
          <ac:picMkLst>
            <pc:docMk/>
            <pc:sldMk cId="559063704" sldId="280"/>
            <ac:picMk id="3" creationId="{7C91AF52-EB39-9418-A5C3-3EBD329E751D}"/>
          </ac:picMkLst>
        </pc:picChg>
      </pc:sldChg>
      <pc:sldChg chg="addSp delSp modSp add mod">
        <pc:chgData name="Norbey Muñoz" userId="b7e811e8891ccd42" providerId="LiveId" clId="{7A9D10B8-45EB-48FB-89DA-3B884F36BEE7}" dt="2026-05-25T19:53:20.571" v="67" actId="1076"/>
        <pc:sldMkLst>
          <pc:docMk/>
          <pc:sldMk cId="3221014560" sldId="281"/>
        </pc:sldMkLst>
        <pc:picChg chg="del">
          <ac:chgData name="Norbey Muñoz" userId="b7e811e8891ccd42" providerId="LiveId" clId="{7A9D10B8-45EB-48FB-89DA-3B884F36BEE7}" dt="2026-05-25T19:52:57.404" v="64" actId="478"/>
          <ac:picMkLst>
            <pc:docMk/>
            <pc:sldMk cId="3221014560" sldId="281"/>
            <ac:picMk id="3" creationId="{BB98836C-AB71-CDD4-79EC-B856483B1E1B}"/>
          </ac:picMkLst>
        </pc:picChg>
        <pc:picChg chg="add mod">
          <ac:chgData name="Norbey Muñoz" userId="b7e811e8891ccd42" providerId="LiveId" clId="{7A9D10B8-45EB-48FB-89DA-3B884F36BEE7}" dt="2026-05-25T19:53:20.571" v="67" actId="1076"/>
          <ac:picMkLst>
            <pc:docMk/>
            <pc:sldMk cId="3221014560" sldId="281"/>
            <ac:picMk id="4" creationId="{E5B881A5-DEFE-2141-4E78-0E093367B3BA}"/>
          </ac:picMkLst>
        </pc:picChg>
      </pc:sldChg>
      <pc:sldChg chg="addSp delSp modSp add mod">
        <pc:chgData name="Norbey Muñoz" userId="b7e811e8891ccd42" providerId="LiveId" clId="{7A9D10B8-45EB-48FB-89DA-3B884F36BEE7}" dt="2026-05-25T19:53:56.862" v="72" actId="1076"/>
        <pc:sldMkLst>
          <pc:docMk/>
          <pc:sldMk cId="2655957655" sldId="282"/>
        </pc:sldMkLst>
        <pc:picChg chg="add mod">
          <ac:chgData name="Norbey Muñoz" userId="b7e811e8891ccd42" providerId="LiveId" clId="{7A9D10B8-45EB-48FB-89DA-3B884F36BEE7}" dt="2026-05-25T19:53:56.862" v="72" actId="1076"/>
          <ac:picMkLst>
            <pc:docMk/>
            <pc:sldMk cId="2655957655" sldId="282"/>
            <ac:picMk id="3" creationId="{BB70AADE-F1DA-B1B3-731B-A34798CE6CD1}"/>
          </ac:picMkLst>
        </pc:picChg>
        <pc:picChg chg="del">
          <ac:chgData name="Norbey Muñoz" userId="b7e811e8891ccd42" providerId="LiveId" clId="{7A9D10B8-45EB-48FB-89DA-3B884F36BEE7}" dt="2026-05-25T19:53:46.176" v="69" actId="478"/>
          <ac:picMkLst>
            <pc:docMk/>
            <pc:sldMk cId="2655957655" sldId="282"/>
            <ac:picMk id="4" creationId="{5832ACDF-E722-85DB-DAF4-0C72B4D97BE5}"/>
          </ac:picMkLst>
        </pc:picChg>
      </pc:sldChg>
      <pc:sldChg chg="addSp delSp modSp add mod">
        <pc:chgData name="Norbey Muñoz" userId="b7e811e8891ccd42" providerId="LiveId" clId="{7A9D10B8-45EB-48FB-89DA-3B884F36BEE7}" dt="2026-05-25T19:54:27.050" v="79" actId="1076"/>
        <pc:sldMkLst>
          <pc:docMk/>
          <pc:sldMk cId="3848700342" sldId="283"/>
        </pc:sldMkLst>
        <pc:picChg chg="del">
          <ac:chgData name="Norbey Muñoz" userId="b7e811e8891ccd42" providerId="LiveId" clId="{7A9D10B8-45EB-48FB-89DA-3B884F36BEE7}" dt="2026-05-25T19:54:18.236" v="74" actId="478"/>
          <ac:picMkLst>
            <pc:docMk/>
            <pc:sldMk cId="3848700342" sldId="283"/>
            <ac:picMk id="3" creationId="{855C6D68-B552-B2AC-1B7B-ADE760BDEAB6}"/>
          </ac:picMkLst>
        </pc:picChg>
        <pc:picChg chg="add mod">
          <ac:chgData name="Norbey Muñoz" userId="b7e811e8891ccd42" providerId="LiveId" clId="{7A9D10B8-45EB-48FB-89DA-3B884F36BEE7}" dt="2026-05-25T19:54:27.050" v="79" actId="1076"/>
          <ac:picMkLst>
            <pc:docMk/>
            <pc:sldMk cId="3848700342" sldId="283"/>
            <ac:picMk id="4" creationId="{687400D7-7612-A08D-7D01-73AA70DB139A}"/>
          </ac:picMkLst>
        </pc:picChg>
      </pc:sldChg>
      <pc:sldChg chg="addSp delSp modSp add mod">
        <pc:chgData name="Norbey Muñoz" userId="b7e811e8891ccd42" providerId="LiveId" clId="{7A9D10B8-45EB-48FB-89DA-3B884F36BEE7}" dt="2026-05-25T19:55:24.456" v="84" actId="1076"/>
        <pc:sldMkLst>
          <pc:docMk/>
          <pc:sldMk cId="3651610195" sldId="284"/>
        </pc:sldMkLst>
        <pc:picChg chg="add mod">
          <ac:chgData name="Norbey Muñoz" userId="b7e811e8891ccd42" providerId="LiveId" clId="{7A9D10B8-45EB-48FB-89DA-3B884F36BEE7}" dt="2026-05-25T19:55:24.456" v="84" actId="1076"/>
          <ac:picMkLst>
            <pc:docMk/>
            <pc:sldMk cId="3651610195" sldId="284"/>
            <ac:picMk id="3" creationId="{8A80B002-48CB-5CCB-A25D-69B7AE7A76B0}"/>
          </ac:picMkLst>
        </pc:picChg>
        <pc:picChg chg="del">
          <ac:chgData name="Norbey Muñoz" userId="b7e811e8891ccd42" providerId="LiveId" clId="{7A9D10B8-45EB-48FB-89DA-3B884F36BEE7}" dt="2026-05-25T19:54:33.272" v="81" actId="478"/>
          <ac:picMkLst>
            <pc:docMk/>
            <pc:sldMk cId="3651610195" sldId="284"/>
            <ac:picMk id="4" creationId="{73F6ECF1-1E0C-EA8A-0532-1EABC5B4A681}"/>
          </ac:picMkLst>
        </pc:picChg>
      </pc:sldChg>
      <pc:sldChg chg="addSp delSp modSp add mod">
        <pc:chgData name="Norbey Muñoz" userId="b7e811e8891ccd42" providerId="LiveId" clId="{7A9D10B8-45EB-48FB-89DA-3B884F36BEE7}" dt="2026-05-25T19:55:46.244" v="89" actId="1076"/>
        <pc:sldMkLst>
          <pc:docMk/>
          <pc:sldMk cId="2523015947" sldId="285"/>
        </pc:sldMkLst>
        <pc:picChg chg="del">
          <ac:chgData name="Norbey Muñoz" userId="b7e811e8891ccd42" providerId="LiveId" clId="{7A9D10B8-45EB-48FB-89DA-3B884F36BEE7}" dt="2026-05-25T19:55:41.246" v="86" actId="478"/>
          <ac:picMkLst>
            <pc:docMk/>
            <pc:sldMk cId="2523015947" sldId="285"/>
            <ac:picMk id="3" creationId="{47D7D534-4BC8-1BE9-3321-F4AB98E77B8B}"/>
          </ac:picMkLst>
        </pc:picChg>
        <pc:picChg chg="add mod">
          <ac:chgData name="Norbey Muñoz" userId="b7e811e8891ccd42" providerId="LiveId" clId="{7A9D10B8-45EB-48FB-89DA-3B884F36BEE7}" dt="2026-05-25T19:55:46.244" v="89" actId="1076"/>
          <ac:picMkLst>
            <pc:docMk/>
            <pc:sldMk cId="2523015947" sldId="285"/>
            <ac:picMk id="4" creationId="{7BB8A898-A644-1708-391D-9E4DA87B319A}"/>
          </ac:picMkLst>
        </pc:picChg>
      </pc:sldChg>
      <pc:sldChg chg="addSp delSp add mod">
        <pc:chgData name="Norbey Muñoz" userId="b7e811e8891ccd42" providerId="LiveId" clId="{7A9D10B8-45EB-48FB-89DA-3B884F36BEE7}" dt="2026-05-25T19:57:32.172" v="92" actId="22"/>
        <pc:sldMkLst>
          <pc:docMk/>
          <pc:sldMk cId="4073976121" sldId="286"/>
        </pc:sldMkLst>
        <pc:picChg chg="add">
          <ac:chgData name="Norbey Muñoz" userId="b7e811e8891ccd42" providerId="LiveId" clId="{7A9D10B8-45EB-48FB-89DA-3B884F36BEE7}" dt="2026-05-25T19:57:32.172" v="92" actId="22"/>
          <ac:picMkLst>
            <pc:docMk/>
            <pc:sldMk cId="4073976121" sldId="286"/>
            <ac:picMk id="3" creationId="{A0421664-4860-9E5F-9F34-2C672468FEE5}"/>
          </ac:picMkLst>
        </pc:picChg>
        <pc:picChg chg="del">
          <ac:chgData name="Norbey Muñoz" userId="b7e811e8891ccd42" providerId="LiveId" clId="{7A9D10B8-45EB-48FB-89DA-3B884F36BEE7}" dt="2026-05-25T19:57:31.555" v="91" actId="478"/>
          <ac:picMkLst>
            <pc:docMk/>
            <pc:sldMk cId="4073976121" sldId="286"/>
            <ac:picMk id="4" creationId="{A988690B-750A-4892-4FA4-EAFACEF3D33F}"/>
          </ac:picMkLst>
        </pc:picChg>
      </pc:sldChg>
      <pc:sldChg chg="addSp delSp modSp add mod">
        <pc:chgData name="Norbey Muñoz" userId="b7e811e8891ccd42" providerId="LiveId" clId="{7A9D10B8-45EB-48FB-89DA-3B884F36BEE7}" dt="2026-05-25T19:58:24.723" v="98" actId="1076"/>
        <pc:sldMkLst>
          <pc:docMk/>
          <pc:sldMk cId="3922996687" sldId="287"/>
        </pc:sldMkLst>
        <pc:picChg chg="del">
          <ac:chgData name="Norbey Muñoz" userId="b7e811e8891ccd42" providerId="LiveId" clId="{7A9D10B8-45EB-48FB-89DA-3B884F36BEE7}" dt="2026-05-25T19:58:10.839" v="94" actId="478"/>
          <ac:picMkLst>
            <pc:docMk/>
            <pc:sldMk cId="3922996687" sldId="287"/>
            <ac:picMk id="3" creationId="{D9439B0C-FFEF-FD83-0362-B0CFC12F1E16}"/>
          </ac:picMkLst>
        </pc:picChg>
        <pc:picChg chg="add mod">
          <ac:chgData name="Norbey Muñoz" userId="b7e811e8891ccd42" providerId="LiveId" clId="{7A9D10B8-45EB-48FB-89DA-3B884F36BEE7}" dt="2026-05-25T19:58:24.723" v="98" actId="1076"/>
          <ac:picMkLst>
            <pc:docMk/>
            <pc:sldMk cId="3922996687" sldId="287"/>
            <ac:picMk id="4" creationId="{E5F5D837-9EBE-A452-1E00-3A0C56BA9EE9}"/>
          </ac:picMkLst>
        </pc:picChg>
      </pc:sldChg>
      <pc:sldChg chg="addSp delSp modSp add mod">
        <pc:chgData name="Norbey Muñoz" userId="b7e811e8891ccd42" providerId="LiveId" clId="{7A9D10B8-45EB-48FB-89DA-3B884F36BEE7}" dt="2026-05-25T19:59:09.777" v="105" actId="1076"/>
        <pc:sldMkLst>
          <pc:docMk/>
          <pc:sldMk cId="162038398" sldId="288"/>
        </pc:sldMkLst>
        <pc:picChg chg="add mod">
          <ac:chgData name="Norbey Muñoz" userId="b7e811e8891ccd42" providerId="LiveId" clId="{7A9D10B8-45EB-48FB-89DA-3B884F36BEE7}" dt="2026-05-25T19:59:09.777" v="105" actId="1076"/>
          <ac:picMkLst>
            <pc:docMk/>
            <pc:sldMk cId="162038398" sldId="288"/>
            <ac:picMk id="3" creationId="{D1DDFE32-6E32-616A-FE9D-9B3274E359DC}"/>
          </ac:picMkLst>
        </pc:picChg>
        <pc:picChg chg="del">
          <ac:chgData name="Norbey Muñoz" userId="b7e811e8891ccd42" providerId="LiveId" clId="{7A9D10B8-45EB-48FB-89DA-3B884F36BEE7}" dt="2026-05-25T19:59:00.643" v="100" actId="478"/>
          <ac:picMkLst>
            <pc:docMk/>
            <pc:sldMk cId="162038398" sldId="288"/>
            <ac:picMk id="4" creationId="{931D1E2D-5092-72B0-4FBA-F021C4E9A28C}"/>
          </ac:picMkLst>
        </pc:picChg>
      </pc:sldChg>
      <pc:sldChg chg="addSp delSp modSp add mod">
        <pc:chgData name="Norbey Muñoz" userId="b7e811e8891ccd42" providerId="LiveId" clId="{7A9D10B8-45EB-48FB-89DA-3B884F36BEE7}" dt="2026-05-25T19:59:34.361" v="110" actId="1076"/>
        <pc:sldMkLst>
          <pc:docMk/>
          <pc:sldMk cId="765036075" sldId="289"/>
        </pc:sldMkLst>
        <pc:picChg chg="del">
          <ac:chgData name="Norbey Muñoz" userId="b7e811e8891ccd42" providerId="LiveId" clId="{7A9D10B8-45EB-48FB-89DA-3B884F36BEE7}" dt="2026-05-25T19:59:27.482" v="107" actId="478"/>
          <ac:picMkLst>
            <pc:docMk/>
            <pc:sldMk cId="765036075" sldId="289"/>
            <ac:picMk id="3" creationId="{F7A40858-9645-F781-AC49-BBECBA2F6204}"/>
          </ac:picMkLst>
        </pc:picChg>
        <pc:picChg chg="add mod">
          <ac:chgData name="Norbey Muñoz" userId="b7e811e8891ccd42" providerId="LiveId" clId="{7A9D10B8-45EB-48FB-89DA-3B884F36BEE7}" dt="2026-05-25T19:59:34.361" v="110" actId="1076"/>
          <ac:picMkLst>
            <pc:docMk/>
            <pc:sldMk cId="765036075" sldId="289"/>
            <ac:picMk id="4" creationId="{C336AEA8-29F4-6B37-56B5-04E70A17E2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85" y="227141"/>
            <a:ext cx="8320405" cy="2487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274E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84785" y="3471402"/>
            <a:ext cx="7072630" cy="980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274E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274E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274E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759"/>
            <a:ext cx="9142730" cy="96520"/>
          </a:xfrm>
          <a:custGeom>
            <a:avLst/>
            <a:gdLst/>
            <a:ahLst/>
            <a:cxnLst/>
            <a:rect l="l" t="t" r="r" b="b"/>
            <a:pathLst>
              <a:path w="9142730" h="96520">
                <a:moveTo>
                  <a:pt x="9142199" y="96119"/>
                </a:moveTo>
                <a:lnTo>
                  <a:pt x="0" y="96119"/>
                </a:lnTo>
                <a:lnTo>
                  <a:pt x="0" y="0"/>
                </a:lnTo>
                <a:lnTo>
                  <a:pt x="9142199" y="0"/>
                </a:lnTo>
                <a:lnTo>
                  <a:pt x="9142199" y="9611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3288" y="228360"/>
            <a:ext cx="7797422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274E13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274" y="1307276"/>
            <a:ext cx="8232775" cy="3397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" TargetMode="External"/><Relationship Id="rId7" Type="http://schemas.openxmlformats.org/officeDocument/2006/relationships/hyperlink" Target="https://doaj.org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cielo.org/es/" TargetMode="External"/><Relationship Id="rId5" Type="http://schemas.openxmlformats.org/officeDocument/2006/relationships/hyperlink" Target="https://pubmed.ncbi.nlm.nih.gov/" TargetMode="External"/><Relationship Id="rId4" Type="http://schemas.openxmlformats.org/officeDocument/2006/relationships/hyperlink" Target="https://www.scopus.com/pages/hom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libertadores.edu.co/biblioteca/bases-datos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4F0242-0DC6-ECD8-827E-35725C56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06" y="721897"/>
            <a:ext cx="8086787" cy="36997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01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435B5-A0BA-9B3A-85BB-2013006C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8B8DB7-B09E-DD01-E076-7BE46C8A8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405022"/>
            <a:ext cx="8963025" cy="42350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402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6ADB-0FDE-7570-90ED-3543982B1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82464D-8C6E-C9FD-5D00-F646B2BE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494652"/>
            <a:ext cx="8963025" cy="40557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3740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12F3-2760-9D7B-E931-9EC7BE094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07EBF-93C6-E016-D2B3-9242A6FEB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48170"/>
            <a:ext cx="8963025" cy="454873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17358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428FF-514D-798A-2B8D-1E966AF78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989183-4A74-6237-7768-29A5AFD2B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304188"/>
            <a:ext cx="8963025" cy="44366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1171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4E368-0FAE-D32A-0DFB-5DD6A5E1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211180-EC3A-0D6A-5B98-5DEA8F273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36131"/>
            <a:ext cx="8963025" cy="47728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136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4D0E-488E-957C-69FA-4CF18F1B2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BE93A6-9AB8-D95E-6320-87CA46B5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405022"/>
            <a:ext cx="8963025" cy="42350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666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CC423-B745-3FD4-DB00-0CDBDC3E5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EEF657-25CA-BCF5-A7C0-EB53D74B3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9615"/>
            <a:ext cx="8077200" cy="23721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5BFB81-2BC2-148C-51B0-D973E53AF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219604"/>
              </p:ext>
            </p:extLst>
          </p:nvPr>
        </p:nvGraphicFramePr>
        <p:xfrm>
          <a:off x="1524000" y="2647950"/>
          <a:ext cx="6096000" cy="222504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433402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737355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latin typeface="PT Sans Narrow" panose="020B0506020203020204" pitchFamily="34" charset="0"/>
                        </a:rPr>
                        <a:t>Buscador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latin typeface="PT Sans Narrow" panose="020B0506020203020204" pitchFamily="34" charset="0"/>
                        </a:rPr>
                        <a:t>Enlace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152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latin typeface="PT Sans Narrow" panose="020B0506020203020204" pitchFamily="34" charset="0"/>
                        </a:rPr>
                        <a:t>Google </a:t>
                      </a:r>
                      <a:r>
                        <a:rPr lang="en-US" sz="1800" noProof="0" dirty="0" err="1">
                          <a:latin typeface="PT Sans Narrow" panose="020B0506020203020204" pitchFamily="34" charset="0"/>
                        </a:rPr>
                        <a:t>Académico</a:t>
                      </a:r>
                      <a:r>
                        <a:rPr lang="en-US" sz="1800" noProof="0" dirty="0">
                          <a:latin typeface="PT Sans Narrow" panose="020B0506020203020204" pitchFamily="34" charset="0"/>
                        </a:rPr>
                        <a:t> (Scholar)</a:t>
                      </a:r>
                      <a:endParaRPr lang="es-CO" sz="1800" noProof="0" dirty="0">
                        <a:latin typeface="PT Sans Narrow" panose="020B0506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800" noProof="0" dirty="0">
                          <a:latin typeface="PT Sans Narrow" panose="020B0506020203020204" pitchFamily="34" charset="0"/>
                          <a:hlinkClick r:id="rId3"/>
                        </a:rPr>
                        <a:t>Scholar</a:t>
                      </a:r>
                      <a:r>
                        <a:rPr lang="es-CO" sz="1800" noProof="0" dirty="0">
                          <a:latin typeface="PT Sans Narrow" panose="020B0506020203020204" pitchFamily="34" charset="0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20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latin typeface="PT Sans Narrow" panose="020B0506020203020204" pitchFamily="34" charset="0"/>
                        </a:rPr>
                        <a:t>Scopus</a:t>
                      </a:r>
                      <a:endParaRPr lang="es-CO" sz="1800" noProof="0" dirty="0">
                        <a:latin typeface="PT Sans Narrow" panose="020B0506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s-CO" sz="1800" dirty="0" err="1">
                          <a:solidFill>
                            <a:srgbClr val="0B9A6E"/>
                          </a:solidFill>
                          <a:latin typeface="PT Sans Narrow" panose="020B0506020203020204" pitchFamily="34" charset="0"/>
                          <a:ea typeface="+mn-ea"/>
                          <a:cs typeface="+mn-cs"/>
                          <a:hlinkClick r:id="rId4"/>
                        </a:rPr>
                        <a:t>Scopus</a:t>
                      </a:r>
                      <a:r>
                        <a:rPr lang="es-CO" sz="1800" dirty="0">
                          <a:solidFill>
                            <a:srgbClr val="0B9A6E"/>
                          </a:solidFill>
                          <a:latin typeface="PT Sans Narrow" panose="020B0506020203020204" pitchFamily="34" charset="0"/>
                          <a:ea typeface="+mn-ea"/>
                          <a:cs typeface="+mn-cs"/>
                        </a:rPr>
                        <a:t> </a:t>
                      </a:r>
                      <a:endParaRPr lang="es-CO" sz="1800" noProof="0" dirty="0">
                        <a:solidFill>
                          <a:srgbClr val="0B9A6E"/>
                        </a:solidFill>
                        <a:latin typeface="PT Sans Narrow" panose="020B0506020203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041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 err="1">
                          <a:latin typeface="PT Sans Narrow" panose="020B0506020203020204" pitchFamily="34" charset="0"/>
                        </a:rPr>
                        <a:t>Pubmed</a:t>
                      </a:r>
                      <a:endParaRPr lang="es-CO" sz="1800" noProof="0" dirty="0">
                        <a:latin typeface="PT Sans Narrow" panose="020B0506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s-CO" sz="1800" dirty="0">
                          <a:solidFill>
                            <a:srgbClr val="0B9A6E"/>
                          </a:solidFill>
                          <a:latin typeface="PT Sans Narrow" panose="020B0506020203020204" pitchFamily="34" charset="0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PubMed</a:t>
                      </a:r>
                      <a:endParaRPr lang="es-CO" sz="1800" noProof="0" dirty="0">
                        <a:solidFill>
                          <a:srgbClr val="0B9A6E"/>
                        </a:solidFill>
                        <a:latin typeface="PT Sans Narrow" panose="020B0506020203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1321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 err="1">
                          <a:latin typeface="PT Sans Narrow" panose="020B0506020203020204" pitchFamily="34" charset="0"/>
                        </a:rPr>
                        <a:t>SciELO</a:t>
                      </a:r>
                      <a:endParaRPr lang="es-CO" sz="1800" noProof="0" dirty="0">
                        <a:latin typeface="PT Sans Narrow" panose="020B0506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s-CO" sz="1800" dirty="0">
                          <a:solidFill>
                            <a:srgbClr val="0B9A6E"/>
                          </a:solidFill>
                          <a:latin typeface="PT Sans Narrow" panose="020B0506020203020204" pitchFamily="34" charset="0"/>
                          <a:ea typeface="+mn-ea"/>
                          <a:cs typeface="+mn-cs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SciELO</a:t>
                      </a:r>
                      <a:endParaRPr lang="es-CO" sz="1800" noProof="0" dirty="0">
                        <a:solidFill>
                          <a:srgbClr val="0B9A6E"/>
                        </a:solidFill>
                        <a:latin typeface="PT Sans Narrow" panose="020B0506020203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21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noProof="0" dirty="0">
                          <a:latin typeface="PT Sans Narrow" panose="020B0506020203020204" pitchFamily="34" charset="0"/>
                        </a:rPr>
                        <a:t>DOAJ</a:t>
                      </a:r>
                      <a:endParaRPr lang="es-CO" sz="1800" noProof="0" dirty="0">
                        <a:latin typeface="PT Sans Narrow" panose="020B0506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800" dirty="0">
                          <a:solidFill>
                            <a:srgbClr val="0B9A6E"/>
                          </a:solidFill>
                          <a:latin typeface="PT Sans Narrow" panose="020B0506020203020204" pitchFamily="34" charset="0"/>
                          <a:ea typeface="+mn-ea"/>
                          <a:cs typeface="+mn-cs"/>
                          <a:hlinkClick r:id="rId7"/>
                        </a:rPr>
                        <a:t>DOAJ </a:t>
                      </a:r>
                      <a:endParaRPr lang="es-CO" sz="1800" noProof="0" dirty="0">
                        <a:solidFill>
                          <a:srgbClr val="0B9A6E"/>
                        </a:solidFill>
                        <a:latin typeface="PT Sans Narrow" panose="020B0506020203020204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718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20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8335B-EAC9-5632-9E9A-2DA2189E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A93743-3678-4050-433D-506B73E9E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34" y="285750"/>
            <a:ext cx="6484931" cy="42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2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4C04B-7A59-4DCC-13FF-985CE8C8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C76F224-20A9-F5E7-71A7-8E2B251B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79" y="1042113"/>
            <a:ext cx="8020442" cy="305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9193E-BFD4-3B28-88EB-E7DB045F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0DA094-FA60-C72B-36DF-AFE988B26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6558"/>
            <a:ext cx="7772400" cy="28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3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0B783-8613-B6DD-326E-CA2923E1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580BDC0-4788-0168-4166-70C7C726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006839"/>
            <a:ext cx="7429500" cy="312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07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58379-A6BD-C054-67DA-01B5727E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3B80A0-C0BD-F901-6C11-0F819D838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048826"/>
            <a:ext cx="7086600" cy="304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5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AB203-5312-900A-818F-3A436B42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9FB9A6-B6D3-DB7B-8CCB-E6251681AD99}"/>
              </a:ext>
            </a:extLst>
          </p:cNvPr>
          <p:cNvSpPr txBox="1"/>
          <p:nvPr/>
        </p:nvSpPr>
        <p:spPr>
          <a:xfrm>
            <a:off x="2286000" y="224858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>
                <a:hlinkClick r:id="rId2"/>
              </a:rPr>
              <a:t>Bases de Datos | Fundación Universitaria Los Libertadores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37128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D753-8043-78D2-B563-1B4F3141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436D5-9537-C875-60E8-F3B9313C0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886786"/>
            <a:ext cx="8963025" cy="32715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64193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65FF-1EAF-7B0C-3E34-58AEE7C6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444CBC-CD2F-6945-64BC-3EC63BD9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584284"/>
            <a:ext cx="8963025" cy="3876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6844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979F0-9B4C-F06F-7643-5ED30B55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57F459-B4E5-80AB-DDF4-25703DF48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987620"/>
            <a:ext cx="8963025" cy="30698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3332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8103-FF5F-1F1C-51A1-76B841AA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9AF976-BDB0-75FA-7980-60C629339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36966"/>
            <a:ext cx="8963025" cy="45711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287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F3A4F5-B4E6-DDDE-AA0D-99966F73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A42293-C0C3-42CC-C5CD-66E8F93A8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8" y="296983"/>
            <a:ext cx="9038103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6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F6AAA-FDB8-9BC4-366B-35B50A1D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8040023-9965-2875-8943-9D4395246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718158"/>
            <a:ext cx="8153400" cy="370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77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6D2C27-1991-BF43-6E56-37249C66B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B2D745-7915-A6F9-BEF2-721399646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97" y="443759"/>
            <a:ext cx="7496406" cy="425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69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C8481-828E-040B-DD17-D6632760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CD18A18-2A15-209D-E348-1E4D4A603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625561"/>
            <a:ext cx="8001000" cy="389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43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1F0337-81B7-B4C4-CF3E-FC8041AF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9048B91-4454-D5FF-6AAA-3D591E974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43" y="826633"/>
            <a:ext cx="8047114" cy="349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71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8B782-7134-0F51-AEBB-0A8CC5794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91AF52-EB39-9418-A5C3-3EBD329E7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809855"/>
            <a:ext cx="7543800" cy="352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063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48EEC-8BF1-2258-E30F-D94E6A47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5B881A5-DEFE-2141-4E78-0E093367B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72811"/>
            <a:ext cx="7772400" cy="379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14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EE6B5-1F5D-3ED6-E674-9223ACBB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70AADE-F1DA-B1B3-731B-A34798CE6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29822"/>
            <a:ext cx="7391400" cy="368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57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89EE1-9925-E84F-9095-3FFA08BEE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87400D7-7612-A08D-7D01-73AA70DB1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128" y="1126164"/>
            <a:ext cx="8251743" cy="289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0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91026-CF87-3EB5-2842-6C0D5D9E5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A80B002-48CB-5CCB-A25D-69B7AE7A7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89" y="936721"/>
            <a:ext cx="7555621" cy="327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610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A448A-6C46-94E4-EE2D-51FB5A47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B8A898-A644-1708-391D-9E4DA87B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22" y="1169601"/>
            <a:ext cx="8062355" cy="280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15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0E4E01-75A8-6B78-3565-2236BE8E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421664-4860-9E5F-9F34-2C672468F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77" y="811377"/>
            <a:ext cx="6066046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761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80D02-C14F-D0C7-D690-7D260F745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5F5D837-9EBE-A452-1E00-3A0C56BA9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33940"/>
            <a:ext cx="4648199" cy="507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96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89726-4B30-4BE5-007D-D39C206A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DDFE32-6E32-616A-FE9D-9B3274E3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84" y="863955"/>
            <a:ext cx="7791032" cy="341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8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164E4-E04B-9270-F69E-8B554FBB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336AEA8-29F4-6B37-56B5-04E70A17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20425"/>
            <a:ext cx="7772400" cy="330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036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6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24</Words>
  <Application>Microsoft Office PowerPoint</Application>
  <PresentationFormat>Presentación en pantalla (16:9)</PresentationFormat>
  <Paragraphs>13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Microsoft Sans Serif</vt:lpstr>
      <vt:lpstr>PT Sans Narrow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introductorio_ búsqueda y recuperación de información científica.pptx</dc:title>
  <cp:lastModifiedBy>Norbey Muñoz</cp:lastModifiedBy>
  <cp:revision>1</cp:revision>
  <dcterms:created xsi:type="dcterms:W3CDTF">2026-05-16T15:28:01Z</dcterms:created>
  <dcterms:modified xsi:type="dcterms:W3CDTF">2026-05-25T19:59:45Z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2026-05-16T00:00:00Z</vt:filetime>
  </property>
</Properties>
</file>