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87" r:id="rId4"/>
    <p:sldId id="283" r:id="rId5"/>
    <p:sldId id="284" r:id="rId6"/>
    <p:sldId id="276" r:id="rId7"/>
    <p:sldId id="286" r:id="rId8"/>
    <p:sldId id="277" r:id="rId9"/>
    <p:sldId id="278" r:id="rId10"/>
    <p:sldId id="279" r:id="rId11"/>
    <p:sldId id="280" r:id="rId12"/>
    <p:sldId id="282" r:id="rId13"/>
    <p:sldId id="274" r:id="rId14"/>
    <p:sldId id="275" r:id="rId15"/>
    <p:sldId id="264" r:id="rId16"/>
    <p:sldId id="265" r:id="rId17"/>
    <p:sldId id="266" r:id="rId18"/>
    <p:sldId id="268" r:id="rId19"/>
    <p:sldId id="271" r:id="rId20"/>
    <p:sldId id="272" r:id="rId21"/>
    <p:sldId id="273" r:id="rId22"/>
    <p:sldId id="285" r:id="rId23"/>
    <p:sldId id="281" r:id="rId2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231B18-1906-497C-900F-9BD41080DC65}" v="99" dt="2026-05-16T16:22:39.19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121" d="100"/>
          <a:sy n="121" d="100"/>
        </p:scale>
        <p:origin x="216"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Muñoz" userId="b7e811e8891ccd42" providerId="LiveId" clId="{2482167B-ADD3-4E68-AB8B-ADE9CECE27D0}"/>
    <pc:docChg chg="undo custSel addSld delSld modSld sldOrd">
      <pc:chgData name="Norbey Muñoz" userId="b7e811e8891ccd42" providerId="LiveId" clId="{2482167B-ADD3-4E68-AB8B-ADE9CECE27D0}" dt="2026-05-16T16:26:48.813" v="836" actId="1076"/>
      <pc:docMkLst>
        <pc:docMk/>
      </pc:docMkLst>
      <pc:sldChg chg="delSp modSp mod">
        <pc:chgData name="Norbey Muñoz" userId="b7e811e8891ccd42" providerId="LiveId" clId="{2482167B-ADD3-4E68-AB8B-ADE9CECE27D0}" dt="2026-05-16T15:50:30.638" v="289" actId="2711"/>
        <pc:sldMkLst>
          <pc:docMk/>
          <pc:sldMk cId="4077806022" sldId="256"/>
        </pc:sldMkLst>
        <pc:spChg chg="mod">
          <ac:chgData name="Norbey Muñoz" userId="b7e811e8891ccd42" providerId="LiveId" clId="{2482167B-ADD3-4E68-AB8B-ADE9CECE27D0}" dt="2026-05-16T15:50:30.638" v="289" actId="2711"/>
          <ac:spMkLst>
            <pc:docMk/>
            <pc:sldMk cId="4077806022" sldId="256"/>
            <ac:spMk id="3" creationId="{00000000-0000-0000-0000-000000000000}"/>
          </ac:spMkLst>
        </pc:spChg>
        <pc:picChg chg="del">
          <ac:chgData name="Norbey Muñoz" userId="b7e811e8891ccd42" providerId="LiveId" clId="{2482167B-ADD3-4E68-AB8B-ADE9CECE27D0}" dt="2026-05-16T15:30:56.240" v="1" actId="478"/>
          <ac:picMkLst>
            <pc:docMk/>
            <pc:sldMk cId="4077806022" sldId="256"/>
            <ac:picMk id="1026" creationId="{00000000-0000-0000-0000-000000000000}"/>
          </ac:picMkLst>
        </pc:picChg>
      </pc:sldChg>
      <pc:sldChg chg="addSp delSp modSp mod modAnim">
        <pc:chgData name="Norbey Muñoz" userId="b7e811e8891ccd42" providerId="LiveId" clId="{2482167B-ADD3-4E68-AB8B-ADE9CECE27D0}" dt="2026-05-16T15:38:44.429" v="47"/>
        <pc:sldMkLst>
          <pc:docMk/>
          <pc:sldMk cId="3285404459" sldId="257"/>
        </pc:sldMkLst>
        <pc:spChg chg="del">
          <ac:chgData name="Norbey Muñoz" userId="b7e811e8891ccd42" providerId="LiveId" clId="{2482167B-ADD3-4E68-AB8B-ADE9CECE27D0}" dt="2026-05-16T15:35:49.117" v="21" actId="478"/>
          <ac:spMkLst>
            <pc:docMk/>
            <pc:sldMk cId="3285404459" sldId="257"/>
            <ac:spMk id="2" creationId="{00000000-0000-0000-0000-000000000000}"/>
          </ac:spMkLst>
        </pc:spChg>
        <pc:spChg chg="del">
          <ac:chgData name="Norbey Muñoz" userId="b7e811e8891ccd42" providerId="LiveId" clId="{2482167B-ADD3-4E68-AB8B-ADE9CECE27D0}" dt="2026-05-16T15:35:50.407" v="22" actId="478"/>
          <ac:spMkLst>
            <pc:docMk/>
            <pc:sldMk cId="3285404459" sldId="257"/>
            <ac:spMk id="3" creationId="{00000000-0000-0000-0000-000000000000}"/>
          </ac:spMkLst>
        </pc:spChg>
        <pc:spChg chg="add mod">
          <ac:chgData name="Norbey Muñoz" userId="b7e811e8891ccd42" providerId="LiveId" clId="{2482167B-ADD3-4E68-AB8B-ADE9CECE27D0}" dt="2026-05-16T15:37:26.282" v="34" actId="14100"/>
          <ac:spMkLst>
            <pc:docMk/>
            <pc:sldMk cId="3285404459" sldId="257"/>
            <ac:spMk id="6" creationId="{85D934A8-8A7A-6FAD-9C35-7C02D1541C63}"/>
          </ac:spMkLst>
        </pc:spChg>
        <pc:spChg chg="add mod">
          <ac:chgData name="Norbey Muñoz" userId="b7e811e8891ccd42" providerId="LiveId" clId="{2482167B-ADD3-4E68-AB8B-ADE9CECE27D0}" dt="2026-05-16T15:37:18.841" v="33" actId="14100"/>
          <ac:spMkLst>
            <pc:docMk/>
            <pc:sldMk cId="3285404459" sldId="257"/>
            <ac:spMk id="7" creationId="{2ECDBB1A-DEA6-9238-BCE5-A5821543AECC}"/>
          </ac:spMkLst>
        </pc:spChg>
        <pc:spChg chg="add mod">
          <ac:chgData name="Norbey Muñoz" userId="b7e811e8891ccd42" providerId="LiveId" clId="{2482167B-ADD3-4E68-AB8B-ADE9CECE27D0}" dt="2026-05-16T15:37:51.066" v="39" actId="14100"/>
          <ac:spMkLst>
            <pc:docMk/>
            <pc:sldMk cId="3285404459" sldId="257"/>
            <ac:spMk id="8" creationId="{55A41C7B-F791-5703-903A-1216718AA6FA}"/>
          </ac:spMkLst>
        </pc:spChg>
        <pc:picChg chg="add mod">
          <ac:chgData name="Norbey Muñoz" userId="b7e811e8891ccd42" providerId="LiveId" clId="{2482167B-ADD3-4E68-AB8B-ADE9CECE27D0}" dt="2026-05-16T15:37:41.482" v="37" actId="1076"/>
          <ac:picMkLst>
            <pc:docMk/>
            <pc:sldMk cId="3285404459" sldId="257"/>
            <ac:picMk id="5" creationId="{D15188DA-D57E-AC77-C249-36C4AB6B8F3B}"/>
          </ac:picMkLst>
        </pc:picChg>
        <pc:picChg chg="del">
          <ac:chgData name="Norbey Muñoz" userId="b7e811e8891ccd42" providerId="LiveId" clId="{2482167B-ADD3-4E68-AB8B-ADE9CECE27D0}" dt="2026-05-16T15:35:46.850" v="20" actId="478"/>
          <ac:picMkLst>
            <pc:docMk/>
            <pc:sldMk cId="3285404459" sldId="257"/>
            <ac:picMk id="1026" creationId="{00000000-0000-0000-0000-000000000000}"/>
          </ac:picMkLst>
        </pc:picChg>
        <pc:cxnChg chg="add mod">
          <ac:chgData name="Norbey Muñoz" userId="b7e811e8891ccd42" providerId="LiveId" clId="{2482167B-ADD3-4E68-AB8B-ADE9CECE27D0}" dt="2026-05-16T15:38:13.284" v="42" actId="1582"/>
          <ac:cxnSpMkLst>
            <pc:docMk/>
            <pc:sldMk cId="3285404459" sldId="257"/>
            <ac:cxnSpMk id="10" creationId="{BFD8DE99-D3D0-2286-4964-A13DF61A8239}"/>
          </ac:cxnSpMkLst>
        </pc:cxnChg>
        <pc:cxnChg chg="add mod">
          <ac:chgData name="Norbey Muñoz" userId="b7e811e8891ccd42" providerId="LiveId" clId="{2482167B-ADD3-4E68-AB8B-ADE9CECE27D0}" dt="2026-05-16T15:38:25.172" v="45" actId="14100"/>
          <ac:cxnSpMkLst>
            <pc:docMk/>
            <pc:sldMk cId="3285404459" sldId="257"/>
            <ac:cxnSpMk id="11" creationId="{4DDD7FEE-CEF0-C827-15D8-0C5224AA44E2}"/>
          </ac:cxnSpMkLst>
        </pc:cxnChg>
      </pc:sldChg>
      <pc:sldChg chg="del">
        <pc:chgData name="Norbey Muñoz" userId="b7e811e8891ccd42" providerId="LiveId" clId="{2482167B-ADD3-4E68-AB8B-ADE9CECE27D0}" dt="2026-05-16T15:35:56.113" v="23" actId="47"/>
        <pc:sldMkLst>
          <pc:docMk/>
          <pc:sldMk cId="2166928987" sldId="258"/>
        </pc:sldMkLst>
      </pc:sldChg>
      <pc:sldChg chg="del">
        <pc:chgData name="Norbey Muñoz" userId="b7e811e8891ccd42" providerId="LiveId" clId="{2482167B-ADD3-4E68-AB8B-ADE9CECE27D0}" dt="2026-05-16T15:35:57.875" v="24" actId="47"/>
        <pc:sldMkLst>
          <pc:docMk/>
          <pc:sldMk cId="380424908" sldId="259"/>
        </pc:sldMkLst>
      </pc:sldChg>
      <pc:sldChg chg="del">
        <pc:chgData name="Norbey Muñoz" userId="b7e811e8891ccd42" providerId="LiveId" clId="{2482167B-ADD3-4E68-AB8B-ADE9CECE27D0}" dt="2026-05-16T15:31:15.924" v="18" actId="47"/>
        <pc:sldMkLst>
          <pc:docMk/>
          <pc:sldMk cId="1868791290" sldId="260"/>
        </pc:sldMkLst>
      </pc:sldChg>
      <pc:sldChg chg="del">
        <pc:chgData name="Norbey Muñoz" userId="b7e811e8891ccd42" providerId="LiveId" clId="{2482167B-ADD3-4E68-AB8B-ADE9CECE27D0}" dt="2026-05-16T15:31:19.914" v="19" actId="47"/>
        <pc:sldMkLst>
          <pc:docMk/>
          <pc:sldMk cId="2032992688" sldId="262"/>
        </pc:sldMkLst>
      </pc:sldChg>
      <pc:sldChg chg="del">
        <pc:chgData name="Norbey Muñoz" userId="b7e811e8891ccd42" providerId="LiveId" clId="{2482167B-ADD3-4E68-AB8B-ADE9CECE27D0}" dt="2026-05-16T15:35:58.696" v="25" actId="47"/>
        <pc:sldMkLst>
          <pc:docMk/>
          <pc:sldMk cId="4270888403" sldId="263"/>
        </pc:sldMkLst>
      </pc:sldChg>
      <pc:sldChg chg="modSp mod">
        <pc:chgData name="Norbey Muñoz" userId="b7e811e8891ccd42" providerId="LiveId" clId="{2482167B-ADD3-4E68-AB8B-ADE9CECE27D0}" dt="2026-05-16T16:18:59.757" v="708" actId="20577"/>
        <pc:sldMkLst>
          <pc:docMk/>
          <pc:sldMk cId="3008310093" sldId="264"/>
        </pc:sldMkLst>
        <pc:spChg chg="mod">
          <ac:chgData name="Norbey Muñoz" userId="b7e811e8891ccd42" providerId="LiveId" clId="{2482167B-ADD3-4E68-AB8B-ADE9CECE27D0}" dt="2026-05-16T16:10:22.468" v="586" actId="255"/>
          <ac:spMkLst>
            <pc:docMk/>
            <pc:sldMk cId="3008310093" sldId="264"/>
            <ac:spMk id="2" creationId="{00000000-0000-0000-0000-000000000000}"/>
          </ac:spMkLst>
        </pc:spChg>
        <pc:spChg chg="mod">
          <ac:chgData name="Norbey Muñoz" userId="b7e811e8891ccd42" providerId="LiveId" clId="{2482167B-ADD3-4E68-AB8B-ADE9CECE27D0}" dt="2026-05-16T16:12:37.003" v="620" actId="1076"/>
          <ac:spMkLst>
            <pc:docMk/>
            <pc:sldMk cId="3008310093" sldId="264"/>
            <ac:spMk id="5122" creationId="{00000000-0000-0000-0000-000000000000}"/>
          </ac:spMkLst>
        </pc:spChg>
        <pc:spChg chg="mod">
          <ac:chgData name="Norbey Muñoz" userId="b7e811e8891ccd42" providerId="LiveId" clId="{2482167B-ADD3-4E68-AB8B-ADE9CECE27D0}" dt="2026-05-16T16:18:59.757" v="708" actId="20577"/>
          <ac:spMkLst>
            <pc:docMk/>
            <pc:sldMk cId="3008310093" sldId="264"/>
            <ac:spMk id="5123" creationId="{00000000-0000-0000-0000-000000000000}"/>
          </ac:spMkLst>
        </pc:spChg>
        <pc:spChg chg="mod">
          <ac:chgData name="Norbey Muñoz" userId="b7e811e8891ccd42" providerId="LiveId" clId="{2482167B-ADD3-4E68-AB8B-ADE9CECE27D0}" dt="2026-05-16T16:10:53.999" v="592" actId="1076"/>
          <ac:spMkLst>
            <pc:docMk/>
            <pc:sldMk cId="3008310093" sldId="264"/>
            <ac:spMk id="5124" creationId="{00000000-0000-0000-0000-000000000000}"/>
          </ac:spMkLst>
        </pc:spChg>
        <pc:spChg chg="mod">
          <ac:chgData name="Norbey Muñoz" userId="b7e811e8891ccd42" providerId="LiveId" clId="{2482167B-ADD3-4E68-AB8B-ADE9CECE27D0}" dt="2026-05-16T16:10:50.855" v="591" actId="1076"/>
          <ac:spMkLst>
            <pc:docMk/>
            <pc:sldMk cId="3008310093" sldId="264"/>
            <ac:spMk id="5125" creationId="{00000000-0000-0000-0000-000000000000}"/>
          </ac:spMkLst>
        </pc:spChg>
        <pc:spChg chg="mod">
          <ac:chgData name="Norbey Muñoz" userId="b7e811e8891ccd42" providerId="LiveId" clId="{2482167B-ADD3-4E68-AB8B-ADE9CECE27D0}" dt="2026-05-16T16:10:22.468" v="586" actId="255"/>
          <ac:spMkLst>
            <pc:docMk/>
            <pc:sldMk cId="3008310093" sldId="264"/>
            <ac:spMk id="5127" creationId="{00000000-0000-0000-0000-000000000000}"/>
          </ac:spMkLst>
        </pc:spChg>
        <pc:spChg chg="mod">
          <ac:chgData name="Norbey Muñoz" userId="b7e811e8891ccd42" providerId="LiveId" clId="{2482167B-ADD3-4E68-AB8B-ADE9CECE27D0}" dt="2026-05-16T16:10:48.190" v="590" actId="1076"/>
          <ac:spMkLst>
            <pc:docMk/>
            <pc:sldMk cId="3008310093" sldId="264"/>
            <ac:spMk id="5128" creationId="{00000000-0000-0000-0000-000000000000}"/>
          </ac:spMkLst>
        </pc:spChg>
        <pc:spChg chg="mod">
          <ac:chgData name="Norbey Muñoz" userId="b7e811e8891ccd42" providerId="LiveId" clId="{2482167B-ADD3-4E68-AB8B-ADE9CECE27D0}" dt="2026-05-16T16:11:28.520" v="599" actId="1076"/>
          <ac:spMkLst>
            <pc:docMk/>
            <pc:sldMk cId="3008310093" sldId="264"/>
            <ac:spMk id="5129" creationId="{00000000-0000-0000-0000-000000000000}"/>
          </ac:spMkLst>
        </pc:spChg>
        <pc:spChg chg="mod">
          <ac:chgData name="Norbey Muñoz" userId="b7e811e8891ccd42" providerId="LiveId" clId="{2482167B-ADD3-4E68-AB8B-ADE9CECE27D0}" dt="2026-05-16T16:12:07.006" v="609" actId="20577"/>
          <ac:spMkLst>
            <pc:docMk/>
            <pc:sldMk cId="3008310093" sldId="264"/>
            <ac:spMk id="5130" creationId="{00000000-0000-0000-0000-000000000000}"/>
          </ac:spMkLst>
        </pc:spChg>
        <pc:spChg chg="mod">
          <ac:chgData name="Norbey Muñoz" userId="b7e811e8891ccd42" providerId="LiveId" clId="{2482167B-ADD3-4E68-AB8B-ADE9CECE27D0}" dt="2026-05-16T16:12:12.024" v="611" actId="20577"/>
          <ac:spMkLst>
            <pc:docMk/>
            <pc:sldMk cId="3008310093" sldId="264"/>
            <ac:spMk id="5131" creationId="{00000000-0000-0000-0000-000000000000}"/>
          </ac:spMkLst>
        </pc:spChg>
        <pc:spChg chg="mod">
          <ac:chgData name="Norbey Muñoz" userId="b7e811e8891ccd42" providerId="LiveId" clId="{2482167B-ADD3-4E68-AB8B-ADE9CECE27D0}" dt="2026-05-16T16:12:15.662" v="613" actId="20577"/>
          <ac:spMkLst>
            <pc:docMk/>
            <pc:sldMk cId="3008310093" sldId="264"/>
            <ac:spMk id="5132" creationId="{00000000-0000-0000-0000-000000000000}"/>
          </ac:spMkLst>
        </pc:spChg>
        <pc:spChg chg="mod">
          <ac:chgData name="Norbey Muñoz" userId="b7e811e8891ccd42" providerId="LiveId" clId="{2482167B-ADD3-4E68-AB8B-ADE9CECE27D0}" dt="2026-05-16T16:12:19.267" v="615" actId="20577"/>
          <ac:spMkLst>
            <pc:docMk/>
            <pc:sldMk cId="3008310093" sldId="264"/>
            <ac:spMk id="5133" creationId="{00000000-0000-0000-0000-000000000000}"/>
          </ac:spMkLst>
        </pc:spChg>
        <pc:spChg chg="mod">
          <ac:chgData name="Norbey Muñoz" userId="b7e811e8891ccd42" providerId="LiveId" clId="{2482167B-ADD3-4E68-AB8B-ADE9CECE27D0}" dt="2026-05-16T16:12:22.016" v="617" actId="20577"/>
          <ac:spMkLst>
            <pc:docMk/>
            <pc:sldMk cId="3008310093" sldId="264"/>
            <ac:spMk id="5134" creationId="{00000000-0000-0000-0000-000000000000}"/>
          </ac:spMkLst>
        </pc:spChg>
      </pc:sldChg>
      <pc:sldChg chg="delSp modSp mod">
        <pc:chgData name="Norbey Muñoz" userId="b7e811e8891ccd42" providerId="LiveId" clId="{2482167B-ADD3-4E68-AB8B-ADE9CECE27D0}" dt="2026-05-16T16:19:28.165" v="710" actId="20577"/>
        <pc:sldMkLst>
          <pc:docMk/>
          <pc:sldMk cId="2604614864" sldId="265"/>
        </pc:sldMkLst>
        <pc:spChg chg="mod">
          <ac:chgData name="Norbey Muñoz" userId="b7e811e8891ccd42" providerId="LiveId" clId="{2482167B-ADD3-4E68-AB8B-ADE9CECE27D0}" dt="2026-05-16T16:13:07.926" v="626" actId="255"/>
          <ac:spMkLst>
            <pc:docMk/>
            <pc:sldMk cId="2604614864" sldId="265"/>
            <ac:spMk id="7" creationId="{00000000-0000-0000-0000-000000000000}"/>
          </ac:spMkLst>
        </pc:spChg>
        <pc:spChg chg="mod">
          <ac:chgData name="Norbey Muñoz" userId="b7e811e8891ccd42" providerId="LiveId" clId="{2482167B-ADD3-4E68-AB8B-ADE9CECE27D0}" dt="2026-05-16T16:12:48.300" v="623" actId="1076"/>
          <ac:spMkLst>
            <pc:docMk/>
            <pc:sldMk cId="2604614864" sldId="265"/>
            <ac:spMk id="6146" creationId="{00000000-0000-0000-0000-000000000000}"/>
          </ac:spMkLst>
        </pc:spChg>
        <pc:spChg chg="del mod">
          <ac:chgData name="Norbey Muñoz" userId="b7e811e8891ccd42" providerId="LiveId" clId="{2482167B-ADD3-4E68-AB8B-ADE9CECE27D0}" dt="2026-05-16T16:13:17.380" v="628" actId="478"/>
          <ac:spMkLst>
            <pc:docMk/>
            <pc:sldMk cId="2604614864" sldId="265"/>
            <ac:spMk id="6147" creationId="{00000000-0000-0000-0000-000000000000}"/>
          </ac:spMkLst>
        </pc:spChg>
        <pc:spChg chg="mod">
          <ac:chgData name="Norbey Muñoz" userId="b7e811e8891ccd42" providerId="LiveId" clId="{2482167B-ADD3-4E68-AB8B-ADE9CECE27D0}" dt="2026-05-16T16:13:25.580" v="631" actId="1076"/>
          <ac:spMkLst>
            <pc:docMk/>
            <pc:sldMk cId="2604614864" sldId="265"/>
            <ac:spMk id="6148" creationId="{00000000-0000-0000-0000-000000000000}"/>
          </ac:spMkLst>
        </pc:spChg>
        <pc:spChg chg="mod">
          <ac:chgData name="Norbey Muñoz" userId="b7e811e8891ccd42" providerId="LiveId" clId="{2482167B-ADD3-4E68-AB8B-ADE9CECE27D0}" dt="2026-05-16T16:19:28.165" v="710" actId="20577"/>
          <ac:spMkLst>
            <pc:docMk/>
            <pc:sldMk cId="2604614864" sldId="265"/>
            <ac:spMk id="6150" creationId="{00000000-0000-0000-0000-000000000000}"/>
          </ac:spMkLst>
        </pc:spChg>
      </pc:sldChg>
      <pc:sldChg chg="addSp delSp modSp mod">
        <pc:chgData name="Norbey Muñoz" userId="b7e811e8891ccd42" providerId="LiveId" clId="{2482167B-ADD3-4E68-AB8B-ADE9CECE27D0}" dt="2026-05-16T16:19:42.344" v="718" actId="20577"/>
        <pc:sldMkLst>
          <pc:docMk/>
          <pc:sldMk cId="2842168615" sldId="266"/>
        </pc:sldMkLst>
        <pc:spChg chg="add del mod">
          <ac:chgData name="Norbey Muñoz" userId="b7e811e8891ccd42" providerId="LiveId" clId="{2482167B-ADD3-4E68-AB8B-ADE9CECE27D0}" dt="2026-05-16T16:13:47.558" v="634" actId="478"/>
          <ac:spMkLst>
            <pc:docMk/>
            <pc:sldMk cId="2842168615" sldId="266"/>
            <ac:spMk id="3" creationId="{62EB1E06-7AF4-5FCC-C44D-56A2823B35D4}"/>
          </ac:spMkLst>
        </pc:spChg>
        <pc:spChg chg="add mod">
          <ac:chgData name="Norbey Muñoz" userId="b7e811e8891ccd42" providerId="LiveId" clId="{2482167B-ADD3-4E68-AB8B-ADE9CECE27D0}" dt="2026-05-16T16:13:51.651" v="635"/>
          <ac:spMkLst>
            <pc:docMk/>
            <pc:sldMk cId="2842168615" sldId="266"/>
            <ac:spMk id="4" creationId="{14B2C9F2-357C-81D9-552E-342A5C11DCCE}"/>
          </ac:spMkLst>
        </pc:spChg>
        <pc:spChg chg="mod">
          <ac:chgData name="Norbey Muñoz" userId="b7e811e8891ccd42" providerId="LiveId" clId="{2482167B-ADD3-4E68-AB8B-ADE9CECE27D0}" dt="2026-05-16T16:15:44.600" v="648" actId="1076"/>
          <ac:spMkLst>
            <pc:docMk/>
            <pc:sldMk cId="2842168615" sldId="266"/>
            <ac:spMk id="6" creationId="{00000000-0000-0000-0000-000000000000}"/>
          </ac:spMkLst>
        </pc:spChg>
        <pc:spChg chg="mod">
          <ac:chgData name="Norbey Muñoz" userId="b7e811e8891ccd42" providerId="LiveId" clId="{2482167B-ADD3-4E68-AB8B-ADE9CECE27D0}" dt="2026-05-16T16:15:51.721" v="649" actId="1076"/>
          <ac:spMkLst>
            <pc:docMk/>
            <pc:sldMk cId="2842168615" sldId="266"/>
            <ac:spMk id="7" creationId="{00000000-0000-0000-0000-000000000000}"/>
          </ac:spMkLst>
        </pc:spChg>
        <pc:spChg chg="mod">
          <ac:chgData name="Norbey Muñoz" userId="b7e811e8891ccd42" providerId="LiveId" clId="{2482167B-ADD3-4E68-AB8B-ADE9CECE27D0}" dt="2026-05-16T16:16:04.409" v="654" actId="1076"/>
          <ac:spMkLst>
            <pc:docMk/>
            <pc:sldMk cId="2842168615" sldId="266"/>
            <ac:spMk id="8" creationId="{00000000-0000-0000-0000-000000000000}"/>
          </ac:spMkLst>
        </pc:spChg>
        <pc:spChg chg="mod">
          <ac:chgData name="Norbey Muñoz" userId="b7e811e8891ccd42" providerId="LiveId" clId="{2482167B-ADD3-4E68-AB8B-ADE9CECE27D0}" dt="2026-05-16T16:14:52.896" v="637" actId="255"/>
          <ac:spMkLst>
            <pc:docMk/>
            <pc:sldMk cId="2842168615" sldId="266"/>
            <ac:spMk id="9" creationId="{00000000-0000-0000-0000-000000000000}"/>
          </ac:spMkLst>
        </pc:spChg>
        <pc:spChg chg="del">
          <ac:chgData name="Norbey Muñoz" userId="b7e811e8891ccd42" providerId="LiveId" clId="{2482167B-ADD3-4E68-AB8B-ADE9CECE27D0}" dt="2026-05-16T16:13:45.760" v="633" actId="478"/>
          <ac:spMkLst>
            <pc:docMk/>
            <pc:sldMk cId="2842168615" sldId="266"/>
            <ac:spMk id="7170" creationId="{00000000-0000-0000-0000-000000000000}"/>
          </ac:spMkLst>
        </pc:spChg>
        <pc:spChg chg="mod">
          <ac:chgData name="Norbey Muñoz" userId="b7e811e8891ccd42" providerId="LiveId" clId="{2482167B-ADD3-4E68-AB8B-ADE9CECE27D0}" dt="2026-05-16T16:19:42.344" v="718" actId="20577"/>
          <ac:spMkLst>
            <pc:docMk/>
            <pc:sldMk cId="2842168615" sldId="266"/>
            <ac:spMk id="7171" creationId="{00000000-0000-0000-0000-000000000000}"/>
          </ac:spMkLst>
        </pc:spChg>
        <pc:spChg chg="mod">
          <ac:chgData name="Norbey Muñoz" userId="b7e811e8891ccd42" providerId="LiveId" clId="{2482167B-ADD3-4E68-AB8B-ADE9CECE27D0}" dt="2026-05-16T16:14:52.896" v="637" actId="255"/>
          <ac:spMkLst>
            <pc:docMk/>
            <pc:sldMk cId="2842168615" sldId="266"/>
            <ac:spMk id="7172" creationId="{00000000-0000-0000-0000-000000000000}"/>
          </ac:spMkLst>
        </pc:spChg>
        <pc:spChg chg="mod">
          <ac:chgData name="Norbey Muñoz" userId="b7e811e8891ccd42" providerId="LiveId" clId="{2482167B-ADD3-4E68-AB8B-ADE9CECE27D0}" dt="2026-05-16T16:19:32.965" v="712" actId="20577"/>
          <ac:spMkLst>
            <pc:docMk/>
            <pc:sldMk cId="2842168615" sldId="266"/>
            <ac:spMk id="7173" creationId="{00000000-0000-0000-0000-000000000000}"/>
          </ac:spMkLst>
        </pc:spChg>
      </pc:sldChg>
      <pc:sldChg chg="modSp mod">
        <pc:chgData name="Norbey Muñoz" userId="b7e811e8891ccd42" providerId="LiveId" clId="{2482167B-ADD3-4E68-AB8B-ADE9CECE27D0}" dt="2026-05-16T16:20:24.115" v="736" actId="20577"/>
        <pc:sldMkLst>
          <pc:docMk/>
          <pc:sldMk cId="2661797278" sldId="268"/>
        </pc:sldMkLst>
        <pc:spChg chg="mod">
          <ac:chgData name="Norbey Muñoz" userId="b7e811e8891ccd42" providerId="LiveId" clId="{2482167B-ADD3-4E68-AB8B-ADE9CECE27D0}" dt="2026-05-16T16:20:13.576" v="730" actId="20577"/>
          <ac:spMkLst>
            <pc:docMk/>
            <pc:sldMk cId="2661797278" sldId="268"/>
            <ac:spMk id="6" creationId="{00000000-0000-0000-0000-000000000000}"/>
          </ac:spMkLst>
        </pc:spChg>
        <pc:spChg chg="mod">
          <ac:chgData name="Norbey Muñoz" userId="b7e811e8891ccd42" providerId="LiveId" clId="{2482167B-ADD3-4E68-AB8B-ADE9CECE27D0}" dt="2026-05-16T16:17:08.651" v="666" actId="1076"/>
          <ac:spMkLst>
            <pc:docMk/>
            <pc:sldMk cId="2661797278" sldId="268"/>
            <ac:spMk id="7" creationId="{00000000-0000-0000-0000-000000000000}"/>
          </ac:spMkLst>
        </pc:spChg>
        <pc:spChg chg="mod">
          <ac:chgData name="Norbey Muñoz" userId="b7e811e8891ccd42" providerId="LiveId" clId="{2482167B-ADD3-4E68-AB8B-ADE9CECE27D0}" dt="2026-05-16T16:20:08.869" v="728" actId="20577"/>
          <ac:spMkLst>
            <pc:docMk/>
            <pc:sldMk cId="2661797278" sldId="268"/>
            <ac:spMk id="8" creationId="{00000000-0000-0000-0000-000000000000}"/>
          </ac:spMkLst>
        </pc:spChg>
        <pc:spChg chg="mod">
          <ac:chgData name="Norbey Muñoz" userId="b7e811e8891ccd42" providerId="LiveId" clId="{2482167B-ADD3-4E68-AB8B-ADE9CECE27D0}" dt="2026-05-16T16:20:24.115" v="736" actId="20577"/>
          <ac:spMkLst>
            <pc:docMk/>
            <pc:sldMk cId="2661797278" sldId="268"/>
            <ac:spMk id="9" creationId="{00000000-0000-0000-0000-000000000000}"/>
          </ac:spMkLst>
        </pc:spChg>
        <pc:spChg chg="mod">
          <ac:chgData name="Norbey Muñoz" userId="b7e811e8891ccd42" providerId="LiveId" clId="{2482167B-ADD3-4E68-AB8B-ADE9CECE27D0}" dt="2026-05-16T16:17:59.260" v="676" actId="1076"/>
          <ac:spMkLst>
            <pc:docMk/>
            <pc:sldMk cId="2661797278" sldId="268"/>
            <ac:spMk id="10" creationId="{00000000-0000-0000-0000-000000000000}"/>
          </ac:spMkLst>
        </pc:spChg>
        <pc:spChg chg="mod">
          <ac:chgData name="Norbey Muñoz" userId="b7e811e8891ccd42" providerId="LiveId" clId="{2482167B-ADD3-4E68-AB8B-ADE9CECE27D0}" dt="2026-05-16T16:20:18.305" v="732" actId="20577"/>
          <ac:spMkLst>
            <pc:docMk/>
            <pc:sldMk cId="2661797278" sldId="268"/>
            <ac:spMk id="11" creationId="{00000000-0000-0000-0000-000000000000}"/>
          </ac:spMkLst>
        </pc:spChg>
        <pc:spChg chg="mod">
          <ac:chgData name="Norbey Muñoz" userId="b7e811e8891ccd42" providerId="LiveId" clId="{2482167B-ADD3-4E68-AB8B-ADE9CECE27D0}" dt="2026-05-16T16:16:40.100" v="658" actId="255"/>
          <ac:spMkLst>
            <pc:docMk/>
            <pc:sldMk cId="2661797278" sldId="268"/>
            <ac:spMk id="12" creationId="{00000000-0000-0000-0000-000000000000}"/>
          </ac:spMkLst>
        </pc:spChg>
        <pc:spChg chg="mod">
          <ac:chgData name="Norbey Muñoz" userId="b7e811e8891ccd42" providerId="LiveId" clId="{2482167B-ADD3-4E68-AB8B-ADE9CECE27D0}" dt="2026-05-16T16:16:16.114" v="655" actId="108"/>
          <ac:spMkLst>
            <pc:docMk/>
            <pc:sldMk cId="2661797278" sldId="268"/>
            <ac:spMk id="9218" creationId="{00000000-0000-0000-0000-000000000000}"/>
          </ac:spMkLst>
        </pc:spChg>
        <pc:spChg chg="mod">
          <ac:chgData name="Norbey Muñoz" userId="b7e811e8891ccd42" providerId="LiveId" clId="{2482167B-ADD3-4E68-AB8B-ADE9CECE27D0}" dt="2026-05-16T16:19:57.932" v="724" actId="20577"/>
          <ac:spMkLst>
            <pc:docMk/>
            <pc:sldMk cId="2661797278" sldId="268"/>
            <ac:spMk id="9219" creationId="{00000000-0000-0000-0000-000000000000}"/>
          </ac:spMkLst>
        </pc:spChg>
        <pc:spChg chg="mod">
          <ac:chgData name="Norbey Muñoz" userId="b7e811e8891ccd42" providerId="LiveId" clId="{2482167B-ADD3-4E68-AB8B-ADE9CECE27D0}" dt="2026-05-16T16:17:27.972" v="669" actId="1076"/>
          <ac:spMkLst>
            <pc:docMk/>
            <pc:sldMk cId="2661797278" sldId="268"/>
            <ac:spMk id="9220" creationId="{00000000-0000-0000-0000-000000000000}"/>
          </ac:spMkLst>
        </pc:spChg>
        <pc:spChg chg="mod">
          <ac:chgData name="Norbey Muñoz" userId="b7e811e8891ccd42" providerId="LiveId" clId="{2482167B-ADD3-4E68-AB8B-ADE9CECE27D0}" dt="2026-05-16T16:19:50.256" v="720" actId="20577"/>
          <ac:spMkLst>
            <pc:docMk/>
            <pc:sldMk cId="2661797278" sldId="268"/>
            <ac:spMk id="9221" creationId="{00000000-0000-0000-0000-000000000000}"/>
          </ac:spMkLst>
        </pc:spChg>
      </pc:sldChg>
      <pc:sldChg chg="modSp mod">
        <pc:chgData name="Norbey Muñoz" userId="b7e811e8891ccd42" providerId="LiveId" clId="{2482167B-ADD3-4E68-AB8B-ADE9CECE27D0}" dt="2026-05-16T16:20:58.941" v="743" actId="123"/>
        <pc:sldMkLst>
          <pc:docMk/>
          <pc:sldMk cId="79103868" sldId="271"/>
        </pc:sldMkLst>
        <pc:spChg chg="mod">
          <ac:chgData name="Norbey Muñoz" userId="b7e811e8891ccd42" providerId="LiveId" clId="{2482167B-ADD3-4E68-AB8B-ADE9CECE27D0}" dt="2026-05-16T16:20:32.602" v="737" actId="108"/>
          <ac:spMkLst>
            <pc:docMk/>
            <pc:sldMk cId="79103868" sldId="271"/>
            <ac:spMk id="12290" creationId="{00000000-0000-0000-0000-000000000000}"/>
          </ac:spMkLst>
        </pc:spChg>
        <pc:spChg chg="mod">
          <ac:chgData name="Norbey Muñoz" userId="b7e811e8891ccd42" providerId="LiveId" clId="{2482167B-ADD3-4E68-AB8B-ADE9CECE27D0}" dt="2026-05-16T16:20:58.941" v="743" actId="123"/>
          <ac:spMkLst>
            <pc:docMk/>
            <pc:sldMk cId="79103868" sldId="271"/>
            <ac:spMk id="12291" creationId="{00000000-0000-0000-0000-000000000000}"/>
          </ac:spMkLst>
        </pc:spChg>
      </pc:sldChg>
      <pc:sldChg chg="modSp mod">
        <pc:chgData name="Norbey Muñoz" userId="b7e811e8891ccd42" providerId="LiveId" clId="{2482167B-ADD3-4E68-AB8B-ADE9CECE27D0}" dt="2026-05-16T16:21:57.708" v="762" actId="20577"/>
        <pc:sldMkLst>
          <pc:docMk/>
          <pc:sldMk cId="2474545652" sldId="272"/>
        </pc:sldMkLst>
        <pc:spChg chg="mod">
          <ac:chgData name="Norbey Muñoz" userId="b7e811e8891ccd42" providerId="LiveId" clId="{2482167B-ADD3-4E68-AB8B-ADE9CECE27D0}" dt="2026-05-16T16:21:18.052" v="745" actId="108"/>
          <ac:spMkLst>
            <pc:docMk/>
            <pc:sldMk cId="2474545652" sldId="272"/>
            <ac:spMk id="13314" creationId="{00000000-0000-0000-0000-000000000000}"/>
          </ac:spMkLst>
        </pc:spChg>
        <pc:spChg chg="mod">
          <ac:chgData name="Norbey Muñoz" userId="b7e811e8891ccd42" providerId="LiveId" clId="{2482167B-ADD3-4E68-AB8B-ADE9CECE27D0}" dt="2026-05-16T16:21:57.708" v="762" actId="20577"/>
          <ac:spMkLst>
            <pc:docMk/>
            <pc:sldMk cId="2474545652" sldId="272"/>
            <ac:spMk id="13315" creationId="{00000000-0000-0000-0000-000000000000}"/>
          </ac:spMkLst>
        </pc:spChg>
      </pc:sldChg>
      <pc:sldChg chg="modSp mod setBg">
        <pc:chgData name="Norbey Muñoz" userId="b7e811e8891ccd42" providerId="LiveId" clId="{2482167B-ADD3-4E68-AB8B-ADE9CECE27D0}" dt="2026-05-16T16:25:05.130" v="820" actId="20577"/>
        <pc:sldMkLst>
          <pc:docMk/>
          <pc:sldMk cId="550042408" sldId="273"/>
        </pc:sldMkLst>
        <pc:spChg chg="mod">
          <ac:chgData name="Norbey Muñoz" userId="b7e811e8891ccd42" providerId="LiveId" clId="{2482167B-ADD3-4E68-AB8B-ADE9CECE27D0}" dt="2026-05-16T16:23:35.943" v="787" actId="1076"/>
          <ac:spMkLst>
            <pc:docMk/>
            <pc:sldMk cId="550042408" sldId="273"/>
            <ac:spMk id="4" creationId="{00000000-0000-0000-0000-000000000000}"/>
          </ac:spMkLst>
        </pc:spChg>
        <pc:spChg chg="mod">
          <ac:chgData name="Norbey Muñoz" userId="b7e811e8891ccd42" providerId="LiveId" clId="{2482167B-ADD3-4E68-AB8B-ADE9CECE27D0}" dt="2026-05-16T16:22:09.677" v="764" actId="108"/>
          <ac:spMkLst>
            <pc:docMk/>
            <pc:sldMk cId="550042408" sldId="273"/>
            <ac:spMk id="5" creationId="{00000000-0000-0000-0000-000000000000}"/>
          </ac:spMkLst>
        </pc:spChg>
        <pc:graphicFrameChg chg="mod modGraphic">
          <ac:chgData name="Norbey Muñoz" userId="b7e811e8891ccd42" providerId="LiveId" clId="{2482167B-ADD3-4E68-AB8B-ADE9CECE27D0}" dt="2026-05-16T16:25:05.130" v="820" actId="20577"/>
          <ac:graphicFrameMkLst>
            <pc:docMk/>
            <pc:sldMk cId="550042408" sldId="273"/>
            <ac:graphicFrameMk id="12389" creationId="{00000000-0000-0000-0000-000000000000}"/>
          </ac:graphicFrameMkLst>
        </pc:graphicFrameChg>
      </pc:sldChg>
      <pc:sldChg chg="modSp mod">
        <pc:chgData name="Norbey Muñoz" userId="b7e811e8891ccd42" providerId="LiveId" clId="{2482167B-ADD3-4E68-AB8B-ADE9CECE27D0}" dt="2026-05-16T16:09:16.384" v="576" actId="255"/>
        <pc:sldMkLst>
          <pc:docMk/>
          <pc:sldMk cId="1692791761" sldId="274"/>
        </pc:sldMkLst>
        <pc:spChg chg="mod">
          <ac:chgData name="Norbey Muñoz" userId="b7e811e8891ccd42" providerId="LiveId" clId="{2482167B-ADD3-4E68-AB8B-ADE9CECE27D0}" dt="2026-05-16T16:09:10.409" v="574" actId="255"/>
          <ac:spMkLst>
            <pc:docMk/>
            <pc:sldMk cId="1692791761" sldId="274"/>
            <ac:spMk id="3074" creationId="{00000000-0000-0000-0000-000000000000}"/>
          </ac:spMkLst>
        </pc:spChg>
        <pc:spChg chg="mod">
          <ac:chgData name="Norbey Muñoz" userId="b7e811e8891ccd42" providerId="LiveId" clId="{2482167B-ADD3-4E68-AB8B-ADE9CECE27D0}" dt="2026-05-16T16:09:16.384" v="576" actId="255"/>
          <ac:spMkLst>
            <pc:docMk/>
            <pc:sldMk cId="1692791761" sldId="274"/>
            <ac:spMk id="3075" creationId="{00000000-0000-0000-0000-000000000000}"/>
          </ac:spMkLst>
        </pc:spChg>
      </pc:sldChg>
      <pc:sldChg chg="modSp mod">
        <pc:chgData name="Norbey Muñoz" userId="b7e811e8891ccd42" providerId="LiveId" clId="{2482167B-ADD3-4E68-AB8B-ADE9CECE27D0}" dt="2026-05-16T16:21:06.301" v="744" actId="123"/>
        <pc:sldMkLst>
          <pc:docMk/>
          <pc:sldMk cId="4169126171" sldId="275"/>
        </pc:sldMkLst>
        <pc:spChg chg="mod">
          <ac:chgData name="Norbey Muñoz" userId="b7e811e8891ccd42" providerId="LiveId" clId="{2482167B-ADD3-4E68-AB8B-ADE9CECE27D0}" dt="2026-05-16T16:09:41.461" v="578" actId="255"/>
          <ac:spMkLst>
            <pc:docMk/>
            <pc:sldMk cId="4169126171" sldId="275"/>
            <ac:spMk id="5" creationId="{00000000-0000-0000-0000-000000000000}"/>
          </ac:spMkLst>
        </pc:spChg>
        <pc:spChg chg="mod">
          <ac:chgData name="Norbey Muñoz" userId="b7e811e8891ccd42" providerId="LiveId" clId="{2482167B-ADD3-4E68-AB8B-ADE9CECE27D0}" dt="2026-05-16T16:21:06.301" v="744" actId="123"/>
          <ac:spMkLst>
            <pc:docMk/>
            <pc:sldMk cId="4169126171" sldId="275"/>
            <ac:spMk id="4099" creationId="{00000000-0000-0000-0000-000000000000}"/>
          </ac:spMkLst>
        </pc:spChg>
      </pc:sldChg>
      <pc:sldChg chg="addSp delSp modSp mod">
        <pc:chgData name="Norbey Muñoz" userId="b7e811e8891ccd42" providerId="LiveId" clId="{2482167B-ADD3-4E68-AB8B-ADE9CECE27D0}" dt="2026-05-16T16:26:48.813" v="836" actId="1076"/>
        <pc:sldMkLst>
          <pc:docMk/>
          <pc:sldMk cId="1512704965" sldId="276"/>
        </pc:sldMkLst>
        <pc:spChg chg="del">
          <ac:chgData name="Norbey Muñoz" userId="b7e811e8891ccd42" providerId="LiveId" clId="{2482167B-ADD3-4E68-AB8B-ADE9CECE27D0}" dt="2026-05-16T15:46:41.085" v="258" actId="478"/>
          <ac:spMkLst>
            <pc:docMk/>
            <pc:sldMk cId="1512704965" sldId="276"/>
            <ac:spMk id="2" creationId="{00000000-0000-0000-0000-000000000000}"/>
          </ac:spMkLst>
        </pc:spChg>
        <pc:spChg chg="del">
          <ac:chgData name="Norbey Muñoz" userId="b7e811e8891ccd42" providerId="LiveId" clId="{2482167B-ADD3-4E68-AB8B-ADE9CECE27D0}" dt="2026-05-16T15:46:39.717" v="257" actId="478"/>
          <ac:spMkLst>
            <pc:docMk/>
            <pc:sldMk cId="1512704965" sldId="276"/>
            <ac:spMk id="3" creationId="{00000000-0000-0000-0000-000000000000}"/>
          </ac:spMkLst>
        </pc:spChg>
        <pc:spChg chg="add mod">
          <ac:chgData name="Norbey Muñoz" userId="b7e811e8891ccd42" providerId="LiveId" clId="{2482167B-ADD3-4E68-AB8B-ADE9CECE27D0}" dt="2026-05-16T16:26:47.045" v="835" actId="1076"/>
          <ac:spMkLst>
            <pc:docMk/>
            <pc:sldMk cId="1512704965" sldId="276"/>
            <ac:spMk id="3" creationId="{0B276E79-721C-C154-353B-47E056D4BBE5}"/>
          </ac:spMkLst>
        </pc:spChg>
        <pc:spChg chg="add del mod">
          <ac:chgData name="Norbey Muñoz" userId="b7e811e8891ccd42" providerId="LiveId" clId="{2482167B-ADD3-4E68-AB8B-ADE9CECE27D0}" dt="2026-05-16T15:46:42.062" v="259" actId="478"/>
          <ac:spMkLst>
            <pc:docMk/>
            <pc:sldMk cId="1512704965" sldId="276"/>
            <ac:spMk id="5" creationId="{D0F28F5C-5DFC-813A-B513-E17AB956F724}"/>
          </ac:spMkLst>
        </pc:spChg>
        <pc:spChg chg="add del mod">
          <ac:chgData name="Norbey Muñoz" userId="b7e811e8891ccd42" providerId="LiveId" clId="{2482167B-ADD3-4E68-AB8B-ADE9CECE27D0}" dt="2026-05-16T15:46:42.511" v="260" actId="478"/>
          <ac:spMkLst>
            <pc:docMk/>
            <pc:sldMk cId="1512704965" sldId="276"/>
            <ac:spMk id="7" creationId="{54D5A598-B2DC-3056-A48A-3513AA6D99A1}"/>
          </ac:spMkLst>
        </pc:spChg>
        <pc:picChg chg="add mod">
          <ac:chgData name="Norbey Muñoz" userId="b7e811e8891ccd42" providerId="LiveId" clId="{2482167B-ADD3-4E68-AB8B-ADE9CECE27D0}" dt="2026-05-16T16:26:48.813" v="836" actId="1076"/>
          <ac:picMkLst>
            <pc:docMk/>
            <pc:sldMk cId="1512704965" sldId="276"/>
            <ac:picMk id="9" creationId="{391BAD68-D29F-0C19-688F-6FB780E4ED14}"/>
          </ac:picMkLst>
        </pc:picChg>
      </pc:sldChg>
      <pc:sldChg chg="modSp mod">
        <pc:chgData name="Norbey Muñoz" userId="b7e811e8891ccd42" providerId="LiveId" clId="{2482167B-ADD3-4E68-AB8B-ADE9CECE27D0}" dt="2026-05-16T16:04:44.404" v="541" actId="5793"/>
        <pc:sldMkLst>
          <pc:docMk/>
          <pc:sldMk cId="3415120681" sldId="277"/>
        </pc:sldMkLst>
        <pc:spChg chg="mod">
          <ac:chgData name="Norbey Muñoz" userId="b7e811e8891ccd42" providerId="LiveId" clId="{2482167B-ADD3-4E68-AB8B-ADE9CECE27D0}" dt="2026-05-16T16:04:25.855" v="537" actId="255"/>
          <ac:spMkLst>
            <pc:docMk/>
            <pc:sldMk cId="3415120681" sldId="277"/>
            <ac:spMk id="2" creationId="{00000000-0000-0000-0000-000000000000}"/>
          </ac:spMkLst>
        </pc:spChg>
        <pc:spChg chg="mod">
          <ac:chgData name="Norbey Muñoz" userId="b7e811e8891ccd42" providerId="LiveId" clId="{2482167B-ADD3-4E68-AB8B-ADE9CECE27D0}" dt="2026-05-16T16:04:44.404" v="541" actId="5793"/>
          <ac:spMkLst>
            <pc:docMk/>
            <pc:sldMk cId="3415120681" sldId="277"/>
            <ac:spMk id="3" creationId="{00000000-0000-0000-0000-000000000000}"/>
          </ac:spMkLst>
        </pc:spChg>
      </pc:sldChg>
      <pc:sldChg chg="modSp mod">
        <pc:chgData name="Norbey Muñoz" userId="b7e811e8891ccd42" providerId="LiveId" clId="{2482167B-ADD3-4E68-AB8B-ADE9CECE27D0}" dt="2026-05-16T16:05:21.400" v="550" actId="123"/>
        <pc:sldMkLst>
          <pc:docMk/>
          <pc:sldMk cId="883224999" sldId="278"/>
        </pc:sldMkLst>
        <pc:spChg chg="mod">
          <ac:chgData name="Norbey Muñoz" userId="b7e811e8891ccd42" providerId="LiveId" clId="{2482167B-ADD3-4E68-AB8B-ADE9CECE27D0}" dt="2026-05-16T16:05:00.920" v="543" actId="255"/>
          <ac:spMkLst>
            <pc:docMk/>
            <pc:sldMk cId="883224999" sldId="278"/>
            <ac:spMk id="2" creationId="{00000000-0000-0000-0000-000000000000}"/>
          </ac:spMkLst>
        </pc:spChg>
        <pc:spChg chg="mod">
          <ac:chgData name="Norbey Muñoz" userId="b7e811e8891ccd42" providerId="LiveId" clId="{2482167B-ADD3-4E68-AB8B-ADE9CECE27D0}" dt="2026-05-16T16:05:21.400" v="550" actId="123"/>
          <ac:spMkLst>
            <pc:docMk/>
            <pc:sldMk cId="883224999" sldId="278"/>
            <ac:spMk id="3" creationId="{00000000-0000-0000-0000-000000000000}"/>
          </ac:spMkLst>
        </pc:spChg>
      </pc:sldChg>
      <pc:sldChg chg="modSp mod">
        <pc:chgData name="Norbey Muñoz" userId="b7e811e8891ccd42" providerId="LiveId" clId="{2482167B-ADD3-4E68-AB8B-ADE9CECE27D0}" dt="2026-05-16T16:06:13.697" v="557" actId="255"/>
        <pc:sldMkLst>
          <pc:docMk/>
          <pc:sldMk cId="3818171114" sldId="279"/>
        </pc:sldMkLst>
        <pc:spChg chg="mod">
          <ac:chgData name="Norbey Muñoz" userId="b7e811e8891ccd42" providerId="LiveId" clId="{2482167B-ADD3-4E68-AB8B-ADE9CECE27D0}" dt="2026-05-16T16:05:53.579" v="552" actId="255"/>
          <ac:spMkLst>
            <pc:docMk/>
            <pc:sldMk cId="3818171114" sldId="279"/>
            <ac:spMk id="2" creationId="{00000000-0000-0000-0000-000000000000}"/>
          </ac:spMkLst>
        </pc:spChg>
        <pc:spChg chg="mod">
          <ac:chgData name="Norbey Muñoz" userId="b7e811e8891ccd42" providerId="LiveId" clId="{2482167B-ADD3-4E68-AB8B-ADE9CECE27D0}" dt="2026-05-16T16:06:00.869" v="554" actId="255"/>
          <ac:spMkLst>
            <pc:docMk/>
            <pc:sldMk cId="3818171114" sldId="279"/>
            <ac:spMk id="3" creationId="{00000000-0000-0000-0000-000000000000}"/>
          </ac:spMkLst>
        </pc:spChg>
        <pc:spChg chg="mod">
          <ac:chgData name="Norbey Muñoz" userId="b7e811e8891ccd42" providerId="LiveId" clId="{2482167B-ADD3-4E68-AB8B-ADE9CECE27D0}" dt="2026-05-16T16:06:13.697" v="557" actId="255"/>
          <ac:spMkLst>
            <pc:docMk/>
            <pc:sldMk cId="3818171114" sldId="279"/>
            <ac:spMk id="4" creationId="{00000000-0000-0000-0000-000000000000}"/>
          </ac:spMkLst>
        </pc:spChg>
      </pc:sldChg>
      <pc:sldChg chg="addSp delSp modSp mod">
        <pc:chgData name="Norbey Muñoz" userId="b7e811e8891ccd42" providerId="LiveId" clId="{2482167B-ADD3-4E68-AB8B-ADE9CECE27D0}" dt="2026-05-16T16:08:09.458" v="571"/>
        <pc:sldMkLst>
          <pc:docMk/>
          <pc:sldMk cId="2440499406" sldId="280"/>
        </pc:sldMkLst>
        <pc:spChg chg="mod">
          <ac:chgData name="Norbey Muñoz" userId="b7e811e8891ccd42" providerId="LiveId" clId="{2482167B-ADD3-4E68-AB8B-ADE9CECE27D0}" dt="2026-05-16T16:06:39.037" v="559" actId="255"/>
          <ac:spMkLst>
            <pc:docMk/>
            <pc:sldMk cId="2440499406" sldId="280"/>
            <ac:spMk id="2" creationId="{00000000-0000-0000-0000-000000000000}"/>
          </ac:spMkLst>
        </pc:spChg>
        <pc:spChg chg="mod">
          <ac:chgData name="Norbey Muñoz" userId="b7e811e8891ccd42" providerId="LiveId" clId="{2482167B-ADD3-4E68-AB8B-ADE9CECE27D0}" dt="2026-05-16T16:06:45.837" v="561" actId="255"/>
          <ac:spMkLst>
            <pc:docMk/>
            <pc:sldMk cId="2440499406" sldId="280"/>
            <ac:spMk id="3" creationId="{00000000-0000-0000-0000-000000000000}"/>
          </ac:spMkLst>
        </pc:spChg>
        <pc:spChg chg="del mod">
          <ac:chgData name="Norbey Muñoz" userId="b7e811e8891ccd42" providerId="LiveId" clId="{2482167B-ADD3-4E68-AB8B-ADE9CECE27D0}" dt="2026-05-16T16:08:09.023" v="570" actId="478"/>
          <ac:spMkLst>
            <pc:docMk/>
            <pc:sldMk cId="2440499406" sldId="280"/>
            <ac:spMk id="4" creationId="{00000000-0000-0000-0000-000000000000}"/>
          </ac:spMkLst>
        </pc:spChg>
        <pc:spChg chg="add mod">
          <ac:chgData name="Norbey Muñoz" userId="b7e811e8891ccd42" providerId="LiveId" clId="{2482167B-ADD3-4E68-AB8B-ADE9CECE27D0}" dt="2026-05-16T16:08:09.458" v="571"/>
          <ac:spMkLst>
            <pc:docMk/>
            <pc:sldMk cId="2440499406" sldId="280"/>
            <ac:spMk id="5" creationId="{B8DBA05F-8AAC-759C-501C-5E2546A8C54B}"/>
          </ac:spMkLst>
        </pc:spChg>
      </pc:sldChg>
      <pc:sldChg chg="modSp mod">
        <pc:chgData name="Norbey Muñoz" userId="b7e811e8891ccd42" providerId="LiveId" clId="{2482167B-ADD3-4E68-AB8B-ADE9CECE27D0}" dt="2026-05-16T16:25:42.811" v="831" actId="20577"/>
        <pc:sldMkLst>
          <pc:docMk/>
          <pc:sldMk cId="3306254213" sldId="281"/>
        </pc:sldMkLst>
        <pc:spChg chg="mod">
          <ac:chgData name="Norbey Muñoz" userId="b7e811e8891ccd42" providerId="LiveId" clId="{2482167B-ADD3-4E68-AB8B-ADE9CECE27D0}" dt="2026-05-16T16:25:38.538" v="826" actId="1076"/>
          <ac:spMkLst>
            <pc:docMk/>
            <pc:sldMk cId="3306254213" sldId="281"/>
            <ac:spMk id="2" creationId="{00000000-0000-0000-0000-000000000000}"/>
          </ac:spMkLst>
        </pc:spChg>
        <pc:spChg chg="mod">
          <ac:chgData name="Norbey Muñoz" userId="b7e811e8891ccd42" providerId="LiveId" clId="{2482167B-ADD3-4E68-AB8B-ADE9CECE27D0}" dt="2026-05-16T16:25:42.811" v="831" actId="20577"/>
          <ac:spMkLst>
            <pc:docMk/>
            <pc:sldMk cId="3306254213" sldId="281"/>
            <ac:spMk id="4" creationId="{00000000-0000-0000-0000-000000000000}"/>
          </ac:spMkLst>
        </pc:spChg>
      </pc:sldChg>
      <pc:sldChg chg="addSp delSp modSp mod">
        <pc:chgData name="Norbey Muñoz" userId="b7e811e8891ccd42" providerId="LiveId" clId="{2482167B-ADD3-4E68-AB8B-ADE9CECE27D0}" dt="2026-05-16T16:08:11.549" v="572"/>
        <pc:sldMkLst>
          <pc:docMk/>
          <pc:sldMk cId="1469929820" sldId="282"/>
        </pc:sldMkLst>
        <pc:spChg chg="mod">
          <ac:chgData name="Norbey Muñoz" userId="b7e811e8891ccd42" providerId="LiveId" clId="{2482167B-ADD3-4E68-AB8B-ADE9CECE27D0}" dt="2026-05-16T16:07:43.531" v="565" actId="255"/>
          <ac:spMkLst>
            <pc:docMk/>
            <pc:sldMk cId="1469929820" sldId="282"/>
            <ac:spMk id="2" creationId="{00000000-0000-0000-0000-000000000000}"/>
          </ac:spMkLst>
        </pc:spChg>
        <pc:spChg chg="mod">
          <ac:chgData name="Norbey Muñoz" userId="b7e811e8891ccd42" providerId="LiveId" clId="{2482167B-ADD3-4E68-AB8B-ADE9CECE27D0}" dt="2026-05-16T16:07:58.618" v="568" actId="14100"/>
          <ac:spMkLst>
            <pc:docMk/>
            <pc:sldMk cId="1469929820" sldId="282"/>
            <ac:spMk id="3" creationId="{00000000-0000-0000-0000-000000000000}"/>
          </ac:spMkLst>
        </pc:spChg>
        <pc:spChg chg="del">
          <ac:chgData name="Norbey Muñoz" userId="b7e811e8891ccd42" providerId="LiveId" clId="{2482167B-ADD3-4E68-AB8B-ADE9CECE27D0}" dt="2026-05-16T16:08:01.327" v="569" actId="478"/>
          <ac:spMkLst>
            <pc:docMk/>
            <pc:sldMk cId="1469929820" sldId="282"/>
            <ac:spMk id="4" creationId="{00000000-0000-0000-0000-000000000000}"/>
          </ac:spMkLst>
        </pc:spChg>
        <pc:spChg chg="add mod">
          <ac:chgData name="Norbey Muñoz" userId="b7e811e8891ccd42" providerId="LiveId" clId="{2482167B-ADD3-4E68-AB8B-ADE9CECE27D0}" dt="2026-05-16T16:08:11.549" v="572"/>
          <ac:spMkLst>
            <pc:docMk/>
            <pc:sldMk cId="1469929820" sldId="282"/>
            <ac:spMk id="5" creationId="{977C6578-ADDF-A388-56AD-5A715F97FCC3}"/>
          </ac:spMkLst>
        </pc:spChg>
      </pc:sldChg>
      <pc:sldChg chg="modSp mod">
        <pc:chgData name="Norbey Muñoz" userId="b7e811e8891ccd42" providerId="LiveId" clId="{2482167B-ADD3-4E68-AB8B-ADE9CECE27D0}" dt="2026-05-16T15:50:51.853" v="292" actId="2711"/>
        <pc:sldMkLst>
          <pc:docMk/>
          <pc:sldMk cId="3288239508" sldId="283"/>
        </pc:sldMkLst>
        <pc:spChg chg="mod">
          <ac:chgData name="Norbey Muñoz" userId="b7e811e8891ccd42" providerId="LiveId" clId="{2482167B-ADD3-4E68-AB8B-ADE9CECE27D0}" dt="2026-05-16T15:50:38.762" v="290" actId="2711"/>
          <ac:spMkLst>
            <pc:docMk/>
            <pc:sldMk cId="3288239508" sldId="283"/>
            <ac:spMk id="6" creationId="{00000000-0000-0000-0000-000000000000}"/>
          </ac:spMkLst>
        </pc:spChg>
        <pc:spChg chg="mod">
          <ac:chgData name="Norbey Muñoz" userId="b7e811e8891ccd42" providerId="LiveId" clId="{2482167B-ADD3-4E68-AB8B-ADE9CECE27D0}" dt="2026-05-16T15:50:38.762" v="290" actId="2711"/>
          <ac:spMkLst>
            <pc:docMk/>
            <pc:sldMk cId="3288239508" sldId="283"/>
            <ac:spMk id="8" creationId="{00000000-0000-0000-0000-000000000000}"/>
          </ac:spMkLst>
        </pc:spChg>
        <pc:graphicFrameChg chg="mod modGraphic">
          <ac:chgData name="Norbey Muñoz" userId="b7e811e8891ccd42" providerId="LiveId" clId="{2482167B-ADD3-4E68-AB8B-ADE9CECE27D0}" dt="2026-05-16T15:50:51.853" v="292" actId="2711"/>
          <ac:graphicFrameMkLst>
            <pc:docMk/>
            <pc:sldMk cId="3288239508" sldId="283"/>
            <ac:graphicFrameMk id="7" creationId="{00000000-0000-0000-0000-000000000000}"/>
          </ac:graphicFrameMkLst>
        </pc:graphicFrameChg>
      </pc:sldChg>
      <pc:sldChg chg="addSp modSp mod">
        <pc:chgData name="Norbey Muñoz" userId="b7e811e8891ccd42" providerId="LiveId" clId="{2482167B-ADD3-4E68-AB8B-ADE9CECE27D0}" dt="2026-05-16T15:51:08.819" v="295" actId="2711"/>
        <pc:sldMkLst>
          <pc:docMk/>
          <pc:sldMk cId="281637072" sldId="284"/>
        </pc:sldMkLst>
        <pc:spChg chg="add mod">
          <ac:chgData name="Norbey Muñoz" userId="b7e811e8891ccd42" providerId="LiveId" clId="{2482167B-ADD3-4E68-AB8B-ADE9CECE27D0}" dt="2026-05-16T15:51:08.819" v="295" actId="2711"/>
          <ac:spMkLst>
            <pc:docMk/>
            <pc:sldMk cId="281637072" sldId="284"/>
            <ac:spMk id="2" creationId="{BD939192-FB50-4CD3-23C5-CC155F6E26FD}"/>
          </ac:spMkLst>
        </pc:spChg>
        <pc:spChg chg="mod">
          <ac:chgData name="Norbey Muñoz" userId="b7e811e8891ccd42" providerId="LiveId" clId="{2482167B-ADD3-4E68-AB8B-ADE9CECE27D0}" dt="2026-05-16T15:51:05.666" v="294" actId="2711"/>
          <ac:spMkLst>
            <pc:docMk/>
            <pc:sldMk cId="281637072" sldId="284"/>
            <ac:spMk id="6" creationId="{00000000-0000-0000-0000-000000000000}"/>
          </ac:spMkLst>
        </pc:spChg>
        <pc:spChg chg="mod">
          <ac:chgData name="Norbey Muñoz" userId="b7e811e8891ccd42" providerId="LiveId" clId="{2482167B-ADD3-4E68-AB8B-ADE9CECE27D0}" dt="2026-05-16T15:51:00.543" v="293" actId="2711"/>
          <ac:spMkLst>
            <pc:docMk/>
            <pc:sldMk cId="281637072" sldId="284"/>
            <ac:spMk id="8" creationId="{00000000-0000-0000-0000-000000000000}"/>
          </ac:spMkLst>
        </pc:spChg>
      </pc:sldChg>
      <pc:sldChg chg="modSp mod">
        <pc:chgData name="Norbey Muñoz" userId="b7e811e8891ccd42" providerId="LiveId" clId="{2482167B-ADD3-4E68-AB8B-ADE9CECE27D0}" dt="2026-05-16T16:25:15.850" v="821" actId="1076"/>
        <pc:sldMkLst>
          <pc:docMk/>
          <pc:sldMk cId="1111267521" sldId="285"/>
        </pc:sldMkLst>
        <pc:picChg chg="mod">
          <ac:chgData name="Norbey Muñoz" userId="b7e811e8891ccd42" providerId="LiveId" clId="{2482167B-ADD3-4E68-AB8B-ADE9CECE27D0}" dt="2026-05-16T16:25:15.850" v="821" actId="1076"/>
          <ac:picMkLst>
            <pc:docMk/>
            <pc:sldMk cId="1111267521" sldId="285"/>
            <ac:picMk id="4" creationId="{00000000-0000-0000-0000-000000000000}"/>
          </ac:picMkLst>
        </pc:picChg>
      </pc:sldChg>
      <pc:sldChg chg="modSp add mod">
        <pc:chgData name="Norbey Muñoz" userId="b7e811e8891ccd42" providerId="LiveId" clId="{2482167B-ADD3-4E68-AB8B-ADE9CECE27D0}" dt="2026-05-16T16:04:04.234" v="535" actId="20577"/>
        <pc:sldMkLst>
          <pc:docMk/>
          <pc:sldMk cId="886820417" sldId="286"/>
        </pc:sldMkLst>
        <pc:spChg chg="mod">
          <ac:chgData name="Norbey Muñoz" userId="b7e811e8891ccd42" providerId="LiveId" clId="{2482167B-ADD3-4E68-AB8B-ADE9CECE27D0}" dt="2026-05-16T16:03:11.830" v="521" actId="404"/>
          <ac:spMkLst>
            <pc:docMk/>
            <pc:sldMk cId="886820417" sldId="286"/>
            <ac:spMk id="2" creationId="{BC178B8E-77DD-92C9-706F-12D61110CA12}"/>
          </ac:spMkLst>
        </pc:spChg>
        <pc:spChg chg="mod">
          <ac:chgData name="Norbey Muñoz" userId="b7e811e8891ccd42" providerId="LiveId" clId="{2482167B-ADD3-4E68-AB8B-ADE9CECE27D0}" dt="2026-05-16T16:04:04.234" v="535" actId="20577"/>
          <ac:spMkLst>
            <pc:docMk/>
            <pc:sldMk cId="886820417" sldId="286"/>
            <ac:spMk id="3" creationId="{7C82FA03-BE87-477D-DF17-72D031B2ACEA}"/>
          </ac:spMkLst>
        </pc:spChg>
      </pc:sldChg>
      <pc:sldChg chg="addSp delSp modSp add mod ord modAnim">
        <pc:chgData name="Norbey Muñoz" userId="b7e811e8891ccd42" providerId="LiveId" clId="{2482167B-ADD3-4E68-AB8B-ADE9CECE27D0}" dt="2026-05-16T16:02:51.835" v="519"/>
        <pc:sldMkLst>
          <pc:docMk/>
          <pc:sldMk cId="1368654741" sldId="287"/>
        </pc:sldMkLst>
        <pc:spChg chg="add mod">
          <ac:chgData name="Norbey Muñoz" userId="b7e811e8891ccd42" providerId="LiveId" clId="{2482167B-ADD3-4E68-AB8B-ADE9CECE27D0}" dt="2026-05-16T15:57:42.992" v="371" actId="1076"/>
          <ac:spMkLst>
            <pc:docMk/>
            <pc:sldMk cId="1368654741" sldId="287"/>
            <ac:spMk id="6" creationId="{E6BE135A-DFD7-C0E4-F45F-5FCBD2DD2BC9}"/>
          </ac:spMkLst>
        </pc:spChg>
        <pc:spChg chg="add mod">
          <ac:chgData name="Norbey Muñoz" userId="b7e811e8891ccd42" providerId="LiveId" clId="{2482167B-ADD3-4E68-AB8B-ADE9CECE27D0}" dt="2026-05-16T15:57:42.992" v="371" actId="1076"/>
          <ac:spMkLst>
            <pc:docMk/>
            <pc:sldMk cId="1368654741" sldId="287"/>
            <ac:spMk id="8" creationId="{11FBAE57-F5DD-7C8D-921F-549D658C482D}"/>
          </ac:spMkLst>
        </pc:spChg>
        <pc:spChg chg="add mod">
          <ac:chgData name="Norbey Muñoz" userId="b7e811e8891ccd42" providerId="LiveId" clId="{2482167B-ADD3-4E68-AB8B-ADE9CECE27D0}" dt="2026-05-16T15:57:42.992" v="371" actId="1076"/>
          <ac:spMkLst>
            <pc:docMk/>
            <pc:sldMk cId="1368654741" sldId="287"/>
            <ac:spMk id="10" creationId="{AC0096E5-CB2A-3F93-86C0-338888145681}"/>
          </ac:spMkLst>
        </pc:spChg>
        <pc:spChg chg="add mod">
          <ac:chgData name="Norbey Muñoz" userId="b7e811e8891ccd42" providerId="LiveId" clId="{2482167B-ADD3-4E68-AB8B-ADE9CECE27D0}" dt="2026-05-16T15:57:42.992" v="371" actId="1076"/>
          <ac:spMkLst>
            <pc:docMk/>
            <pc:sldMk cId="1368654741" sldId="287"/>
            <ac:spMk id="11" creationId="{EB9C41A0-04F7-010F-DC76-34BBDE930593}"/>
          </ac:spMkLst>
        </pc:spChg>
        <pc:spChg chg="add mod">
          <ac:chgData name="Norbey Muñoz" userId="b7e811e8891ccd42" providerId="LiveId" clId="{2482167B-ADD3-4E68-AB8B-ADE9CECE27D0}" dt="2026-05-16T15:57:42.992" v="371" actId="1076"/>
          <ac:spMkLst>
            <pc:docMk/>
            <pc:sldMk cId="1368654741" sldId="287"/>
            <ac:spMk id="12" creationId="{965DB859-C14B-F9CF-F01A-A53042CD0A18}"/>
          </ac:spMkLst>
        </pc:spChg>
        <pc:spChg chg="add mod">
          <ac:chgData name="Norbey Muñoz" userId="b7e811e8891ccd42" providerId="LiveId" clId="{2482167B-ADD3-4E68-AB8B-ADE9CECE27D0}" dt="2026-05-16T15:58:53.609" v="386" actId="14100"/>
          <ac:spMkLst>
            <pc:docMk/>
            <pc:sldMk cId="1368654741" sldId="287"/>
            <ac:spMk id="27" creationId="{A6F6BD24-F9A5-E69A-7485-AB27E764F4DA}"/>
          </ac:spMkLst>
        </pc:spChg>
        <pc:spChg chg="add mod">
          <ac:chgData name="Norbey Muñoz" userId="b7e811e8891ccd42" providerId="LiveId" clId="{2482167B-ADD3-4E68-AB8B-ADE9CECE27D0}" dt="2026-05-16T15:59:27.245" v="428" actId="20577"/>
          <ac:spMkLst>
            <pc:docMk/>
            <pc:sldMk cId="1368654741" sldId="287"/>
            <ac:spMk id="28" creationId="{F79B6BBD-DC0D-E3F9-296D-52DD09990BAA}"/>
          </ac:spMkLst>
        </pc:spChg>
        <pc:spChg chg="add mod">
          <ac:chgData name="Norbey Muñoz" userId="b7e811e8891ccd42" providerId="LiveId" clId="{2482167B-ADD3-4E68-AB8B-ADE9CECE27D0}" dt="2026-05-16T16:00:58.551" v="504" actId="790"/>
          <ac:spMkLst>
            <pc:docMk/>
            <pc:sldMk cId="1368654741" sldId="287"/>
            <ac:spMk id="32" creationId="{B2185B03-1E94-1FE9-FC68-F47C03722147}"/>
          </ac:spMkLst>
        </pc:spChg>
        <pc:picChg chg="add mod">
          <ac:chgData name="Norbey Muñoz" userId="b7e811e8891ccd42" providerId="LiveId" clId="{2482167B-ADD3-4E68-AB8B-ADE9CECE27D0}" dt="2026-05-16T15:57:42.992" v="371" actId="1076"/>
          <ac:picMkLst>
            <pc:docMk/>
            <pc:sldMk cId="1368654741" sldId="287"/>
            <ac:picMk id="3" creationId="{7EF86F3C-7752-B090-6B00-F7A4DEF4DFC4}"/>
          </ac:picMkLst>
        </pc:picChg>
        <pc:picChg chg="add mod">
          <ac:chgData name="Norbey Muñoz" userId="b7e811e8891ccd42" providerId="LiveId" clId="{2482167B-ADD3-4E68-AB8B-ADE9CECE27D0}" dt="2026-05-16T15:59:41.308" v="430" actId="108"/>
          <ac:picMkLst>
            <pc:docMk/>
            <pc:sldMk cId="1368654741" sldId="287"/>
            <ac:picMk id="5" creationId="{195090E0-DD3F-AE9A-E4C2-6DAABEE5FD43}"/>
          </ac:picMkLst>
        </pc:picChg>
        <pc:picChg chg="del">
          <ac:chgData name="Norbey Muñoz" userId="b7e811e8891ccd42" providerId="LiveId" clId="{2482167B-ADD3-4E68-AB8B-ADE9CECE27D0}" dt="2026-05-16T15:47:51.492" v="265" actId="478"/>
          <ac:picMkLst>
            <pc:docMk/>
            <pc:sldMk cId="1368654741" sldId="287"/>
            <ac:picMk id="9" creationId="{687F9FE1-6C23-5076-8C3C-F4E7C84BAC84}"/>
          </ac:picMkLst>
        </pc:picChg>
        <pc:cxnChg chg="add mod">
          <ac:chgData name="Norbey Muñoz" userId="b7e811e8891ccd42" providerId="LiveId" clId="{2482167B-ADD3-4E68-AB8B-ADE9CECE27D0}" dt="2026-05-16T15:57:42.992" v="371" actId="1076"/>
          <ac:cxnSpMkLst>
            <pc:docMk/>
            <pc:sldMk cId="1368654741" sldId="287"/>
            <ac:cxnSpMk id="14" creationId="{D88B78BA-DDB0-3B44-1449-03861D092FF2}"/>
          </ac:cxnSpMkLst>
        </pc:cxnChg>
        <pc:cxnChg chg="add mod">
          <ac:chgData name="Norbey Muñoz" userId="b7e811e8891ccd42" providerId="LiveId" clId="{2482167B-ADD3-4E68-AB8B-ADE9CECE27D0}" dt="2026-05-16T15:57:42.992" v="371" actId="1076"/>
          <ac:cxnSpMkLst>
            <pc:docMk/>
            <pc:sldMk cId="1368654741" sldId="287"/>
            <ac:cxnSpMk id="15" creationId="{FA7A61D4-4D86-4C5B-0309-20CB4A81507C}"/>
          </ac:cxnSpMkLst>
        </pc:cxnChg>
        <pc:cxnChg chg="add mod">
          <ac:chgData name="Norbey Muñoz" userId="b7e811e8891ccd42" providerId="LiveId" clId="{2482167B-ADD3-4E68-AB8B-ADE9CECE27D0}" dt="2026-05-16T15:57:42.992" v="371" actId="1076"/>
          <ac:cxnSpMkLst>
            <pc:docMk/>
            <pc:sldMk cId="1368654741" sldId="287"/>
            <ac:cxnSpMk id="19" creationId="{788573D6-19E5-090F-88ED-6F5CE1C6657B}"/>
          </ac:cxnSpMkLst>
        </pc:cxnChg>
        <pc:cxnChg chg="add mod">
          <ac:chgData name="Norbey Muñoz" userId="b7e811e8891ccd42" providerId="LiveId" clId="{2482167B-ADD3-4E68-AB8B-ADE9CECE27D0}" dt="2026-05-16T15:57:15.854" v="366" actId="14100"/>
          <ac:cxnSpMkLst>
            <pc:docMk/>
            <pc:sldMk cId="1368654741" sldId="287"/>
            <ac:cxnSpMk id="21" creationId="{028A232A-8B1B-D250-3D9D-3D6245E1F46A}"/>
          </ac:cxnSpMkLst>
        </pc:cxnChg>
        <pc:cxnChg chg="add mod">
          <ac:chgData name="Norbey Muñoz" userId="b7e811e8891ccd42" providerId="LiveId" clId="{2482167B-ADD3-4E68-AB8B-ADE9CECE27D0}" dt="2026-05-16T15:57:42.992" v="371" actId="1076"/>
          <ac:cxnSpMkLst>
            <pc:docMk/>
            <pc:sldMk cId="1368654741" sldId="287"/>
            <ac:cxnSpMk id="24" creationId="{9BF267E4-02C3-0B30-3534-12F46E80A319}"/>
          </ac:cxnSpMkLst>
        </pc:cxnChg>
        <pc:cxnChg chg="add mod">
          <ac:chgData name="Norbey Muñoz" userId="b7e811e8891ccd42" providerId="LiveId" clId="{2482167B-ADD3-4E68-AB8B-ADE9CECE27D0}" dt="2026-05-16T15:59:49.507" v="433" actId="14100"/>
          <ac:cxnSpMkLst>
            <pc:docMk/>
            <pc:sldMk cId="1368654741" sldId="287"/>
            <ac:cxnSpMk id="29" creationId="{B8BEF33C-BF3A-97FD-1571-DA63467BCBA8}"/>
          </ac:cxnSpMkLst>
        </pc:cxnChg>
        <pc:cxnChg chg="add mod">
          <ac:chgData name="Norbey Muñoz" userId="b7e811e8891ccd42" providerId="LiveId" clId="{2482167B-ADD3-4E68-AB8B-ADE9CECE27D0}" dt="2026-05-16T16:01:07.789" v="508" actId="14100"/>
          <ac:cxnSpMkLst>
            <pc:docMk/>
            <pc:sldMk cId="1368654741" sldId="287"/>
            <ac:cxnSpMk id="33" creationId="{F735FC54-4C1C-7FFE-5ADC-60EC5E2D5307}"/>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033E03-36E8-4097-81A0-A70BD23A646F}"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s-CO"/>
        </a:p>
      </dgm:t>
    </dgm:pt>
    <dgm:pt modelId="{D6B796C3-386A-43F7-BF87-3C65B3CB1B86}">
      <dgm:prSet phldrT="[Texto]"/>
      <dgm:spPr/>
      <dgm:t>
        <a:bodyPr/>
        <a:lstStyle/>
        <a:p>
          <a:endParaRPr lang="es-CO" dirty="0"/>
        </a:p>
      </dgm:t>
    </dgm:pt>
    <dgm:pt modelId="{6C1D3F17-3763-426B-BFFF-D78A81DF915A}" type="parTrans" cxnId="{E6795201-3A38-4BCE-9A54-66567C464C98}">
      <dgm:prSet/>
      <dgm:spPr/>
      <dgm:t>
        <a:bodyPr/>
        <a:lstStyle/>
        <a:p>
          <a:endParaRPr lang="es-CO"/>
        </a:p>
      </dgm:t>
    </dgm:pt>
    <dgm:pt modelId="{25EB6B27-2E5A-4950-8B6A-8893AC048E54}" type="sibTrans" cxnId="{E6795201-3A38-4BCE-9A54-66567C464C98}">
      <dgm:prSet/>
      <dgm:spPr/>
      <dgm:t>
        <a:bodyPr/>
        <a:lstStyle/>
        <a:p>
          <a:endParaRPr lang="es-CO"/>
        </a:p>
      </dgm:t>
    </dgm:pt>
    <dgm:pt modelId="{69BD2805-C85F-432B-94E7-9B20317E4C1F}">
      <dgm:prSet phldrT="[Texto]"/>
      <dgm:spPr/>
      <dgm:t>
        <a:bodyPr/>
        <a:lstStyle/>
        <a:p>
          <a:r>
            <a:rPr lang="es-CO" dirty="0">
              <a:latin typeface="PT Sans Narrow" panose="020B0506020203020204" pitchFamily="34" charset="0"/>
            </a:rPr>
            <a:t>Minciencias (en Colombia)</a:t>
          </a:r>
        </a:p>
      </dgm:t>
    </dgm:pt>
    <dgm:pt modelId="{2A10C480-FFB5-4C0C-8BB0-E4668988CA65}" type="parTrans" cxnId="{239707D5-C1FE-470D-961D-A6508E17F1F6}">
      <dgm:prSet/>
      <dgm:spPr/>
      <dgm:t>
        <a:bodyPr/>
        <a:lstStyle/>
        <a:p>
          <a:endParaRPr lang="es-CO"/>
        </a:p>
      </dgm:t>
    </dgm:pt>
    <dgm:pt modelId="{2CED7DCD-BAE9-4C1A-B8AC-0550133B7D10}" type="sibTrans" cxnId="{239707D5-C1FE-470D-961D-A6508E17F1F6}">
      <dgm:prSet/>
      <dgm:spPr/>
      <dgm:t>
        <a:bodyPr/>
        <a:lstStyle/>
        <a:p>
          <a:endParaRPr lang="es-CO"/>
        </a:p>
      </dgm:t>
    </dgm:pt>
    <dgm:pt modelId="{FCFE8B3A-C5B5-41FE-A68A-1353C46EBA9A}">
      <dgm:prSet phldrT="[Texto]"/>
      <dgm:spPr/>
      <dgm:t>
        <a:bodyPr/>
        <a:lstStyle/>
        <a:p>
          <a:endParaRPr lang="es-CO" dirty="0"/>
        </a:p>
      </dgm:t>
    </dgm:pt>
    <dgm:pt modelId="{625654C9-10E6-4961-9B20-1B5F93ABC822}" type="parTrans" cxnId="{C8D50305-62EA-4E53-981C-025B9F4A6C12}">
      <dgm:prSet/>
      <dgm:spPr/>
      <dgm:t>
        <a:bodyPr/>
        <a:lstStyle/>
        <a:p>
          <a:endParaRPr lang="es-CO"/>
        </a:p>
      </dgm:t>
    </dgm:pt>
    <dgm:pt modelId="{50BC24CF-EBE5-4440-A04D-E0CF81DF94B5}" type="sibTrans" cxnId="{C8D50305-62EA-4E53-981C-025B9F4A6C12}">
      <dgm:prSet/>
      <dgm:spPr/>
      <dgm:t>
        <a:bodyPr/>
        <a:lstStyle/>
        <a:p>
          <a:endParaRPr lang="es-CO"/>
        </a:p>
      </dgm:t>
    </dgm:pt>
    <dgm:pt modelId="{E7ACE726-5715-41BC-8F77-9C72E813A053}">
      <dgm:prSet phldrT="[Texto]"/>
      <dgm:spPr/>
      <dgm:t>
        <a:bodyPr/>
        <a:lstStyle/>
        <a:p>
          <a:r>
            <a:rPr lang="es-CO" dirty="0">
              <a:latin typeface="PT Sans Narrow" panose="020B0506020203020204" pitchFamily="34" charset="0"/>
            </a:rPr>
            <a:t>Dirección de Investigaciones (en la FULL)</a:t>
          </a:r>
        </a:p>
      </dgm:t>
    </dgm:pt>
    <dgm:pt modelId="{70059300-C006-4C67-A22D-FB9E3AEB78F4}" type="parTrans" cxnId="{98AE9A2F-3B81-44E8-AD91-D53AC156D07A}">
      <dgm:prSet/>
      <dgm:spPr/>
      <dgm:t>
        <a:bodyPr/>
        <a:lstStyle/>
        <a:p>
          <a:endParaRPr lang="es-CO"/>
        </a:p>
      </dgm:t>
    </dgm:pt>
    <dgm:pt modelId="{0C35CC70-CC39-46A5-929F-9EA34FA07E22}" type="sibTrans" cxnId="{98AE9A2F-3B81-44E8-AD91-D53AC156D07A}">
      <dgm:prSet/>
      <dgm:spPr/>
      <dgm:t>
        <a:bodyPr/>
        <a:lstStyle/>
        <a:p>
          <a:endParaRPr lang="es-CO"/>
        </a:p>
      </dgm:t>
    </dgm:pt>
    <dgm:pt modelId="{579DE9BE-0E4C-4B63-BF78-CFFA36ABD01C}">
      <dgm:prSet phldrT="[Texto]"/>
      <dgm:spPr/>
      <dgm:t>
        <a:bodyPr/>
        <a:lstStyle/>
        <a:p>
          <a:endParaRPr lang="es-CO" dirty="0"/>
        </a:p>
      </dgm:t>
    </dgm:pt>
    <dgm:pt modelId="{A696826B-79BE-4841-B474-6AC51B5C95A7}" type="parTrans" cxnId="{8416DDBC-F879-4C9D-9104-D102253E8ECB}">
      <dgm:prSet/>
      <dgm:spPr/>
      <dgm:t>
        <a:bodyPr/>
        <a:lstStyle/>
        <a:p>
          <a:endParaRPr lang="es-CO"/>
        </a:p>
      </dgm:t>
    </dgm:pt>
    <dgm:pt modelId="{65CC6159-1C7F-4577-A446-DA268E076951}" type="sibTrans" cxnId="{8416DDBC-F879-4C9D-9104-D102253E8ECB}">
      <dgm:prSet/>
      <dgm:spPr/>
      <dgm:t>
        <a:bodyPr/>
        <a:lstStyle/>
        <a:p>
          <a:endParaRPr lang="es-CO"/>
        </a:p>
      </dgm:t>
    </dgm:pt>
    <dgm:pt modelId="{76563C6F-73FC-4CFA-BEC7-5E509F935BA5}">
      <dgm:prSet phldrT="[Texto]"/>
      <dgm:spPr>
        <a:solidFill>
          <a:schemeClr val="accent1">
            <a:alpha val="90000"/>
          </a:schemeClr>
        </a:solidFill>
      </dgm:spPr>
      <dgm:t>
        <a:bodyPr/>
        <a:lstStyle/>
        <a:p>
          <a:r>
            <a:rPr lang="es-CO" dirty="0">
              <a:latin typeface="PT Sans Narrow" panose="020B0506020203020204" pitchFamily="34" charset="0"/>
            </a:rPr>
            <a:t>Grupos de Investigación (en la FULL)</a:t>
          </a:r>
        </a:p>
      </dgm:t>
    </dgm:pt>
    <dgm:pt modelId="{DD4ACA46-5C34-4C38-8A82-EEA8287B204B}" type="parTrans" cxnId="{BB449B97-624C-4A8A-97B3-CB677344670C}">
      <dgm:prSet/>
      <dgm:spPr/>
      <dgm:t>
        <a:bodyPr/>
        <a:lstStyle/>
        <a:p>
          <a:endParaRPr lang="es-CO"/>
        </a:p>
      </dgm:t>
    </dgm:pt>
    <dgm:pt modelId="{9356AF81-E432-4FBE-8272-C16F960E11F0}" type="sibTrans" cxnId="{BB449B97-624C-4A8A-97B3-CB677344670C}">
      <dgm:prSet/>
      <dgm:spPr/>
      <dgm:t>
        <a:bodyPr/>
        <a:lstStyle/>
        <a:p>
          <a:endParaRPr lang="es-CO"/>
        </a:p>
      </dgm:t>
    </dgm:pt>
    <dgm:pt modelId="{DF1A1035-8F57-4EA3-B0F6-789720B0A680}">
      <dgm:prSet phldrT="[Texto]"/>
      <dgm:spPr/>
      <dgm:t>
        <a:bodyPr/>
        <a:lstStyle/>
        <a:p>
          <a:endParaRPr lang="es-CO" dirty="0"/>
        </a:p>
      </dgm:t>
    </dgm:pt>
    <dgm:pt modelId="{0EFA04D9-68EC-4B03-BA61-CE57CFA4A762}" type="parTrans" cxnId="{30218374-FA63-4461-95C8-33A05A05DCE9}">
      <dgm:prSet/>
      <dgm:spPr/>
      <dgm:t>
        <a:bodyPr/>
        <a:lstStyle/>
        <a:p>
          <a:endParaRPr lang="es-CO"/>
        </a:p>
      </dgm:t>
    </dgm:pt>
    <dgm:pt modelId="{09CEF5C4-AB9E-4E8A-90D8-DABD047F4A45}" type="sibTrans" cxnId="{30218374-FA63-4461-95C8-33A05A05DCE9}">
      <dgm:prSet/>
      <dgm:spPr/>
      <dgm:t>
        <a:bodyPr/>
        <a:lstStyle/>
        <a:p>
          <a:endParaRPr lang="es-CO"/>
        </a:p>
      </dgm:t>
    </dgm:pt>
    <dgm:pt modelId="{13D72496-D8F0-4384-917E-F9EF8C726D59}">
      <dgm:prSet phldrT="[Texto]"/>
      <dgm:spPr>
        <a:solidFill>
          <a:schemeClr val="accent1">
            <a:alpha val="90000"/>
          </a:schemeClr>
        </a:solidFill>
      </dgm:spPr>
      <dgm:t>
        <a:bodyPr/>
        <a:lstStyle/>
        <a:p>
          <a:r>
            <a:rPr lang="es-CO" dirty="0">
              <a:latin typeface="PT Sans Narrow" panose="020B0506020203020204" pitchFamily="34" charset="0"/>
            </a:rPr>
            <a:t>Investigadores </a:t>
          </a:r>
        </a:p>
      </dgm:t>
    </dgm:pt>
    <dgm:pt modelId="{9167ECD4-8111-48E0-8CBA-11BD73D55EEF}" type="parTrans" cxnId="{52B101BB-4A00-48BC-AB05-87A2FCD62D24}">
      <dgm:prSet/>
      <dgm:spPr/>
      <dgm:t>
        <a:bodyPr/>
        <a:lstStyle/>
        <a:p>
          <a:endParaRPr lang="es-CO"/>
        </a:p>
      </dgm:t>
    </dgm:pt>
    <dgm:pt modelId="{31476EC3-298B-4316-A5AF-01878E116312}" type="sibTrans" cxnId="{52B101BB-4A00-48BC-AB05-87A2FCD62D24}">
      <dgm:prSet/>
      <dgm:spPr/>
      <dgm:t>
        <a:bodyPr/>
        <a:lstStyle/>
        <a:p>
          <a:endParaRPr lang="es-CO"/>
        </a:p>
      </dgm:t>
    </dgm:pt>
    <dgm:pt modelId="{EEDB2D61-D77C-4E23-AFDC-333630CAE47F}">
      <dgm:prSet phldrT="[Texto]"/>
      <dgm:spPr/>
      <dgm:t>
        <a:bodyPr/>
        <a:lstStyle/>
        <a:p>
          <a:endParaRPr lang="es-CO" dirty="0"/>
        </a:p>
      </dgm:t>
    </dgm:pt>
    <dgm:pt modelId="{61850B03-9379-42E1-A527-A7917A3E47E9}" type="parTrans" cxnId="{0657AEA3-EDE9-40D6-BFE6-B2E915A9F9BB}">
      <dgm:prSet/>
      <dgm:spPr/>
      <dgm:t>
        <a:bodyPr/>
        <a:lstStyle/>
        <a:p>
          <a:endParaRPr lang="es-CO"/>
        </a:p>
      </dgm:t>
    </dgm:pt>
    <dgm:pt modelId="{8E3A3FF7-A9FF-42AA-92E3-A395F571A8BB}" type="sibTrans" cxnId="{0657AEA3-EDE9-40D6-BFE6-B2E915A9F9BB}">
      <dgm:prSet/>
      <dgm:spPr/>
      <dgm:t>
        <a:bodyPr/>
        <a:lstStyle/>
        <a:p>
          <a:endParaRPr lang="es-CO"/>
        </a:p>
      </dgm:t>
    </dgm:pt>
    <dgm:pt modelId="{C490CFC5-DC0F-4B00-B988-E9B7F0ADBDEC}">
      <dgm:prSet phldrT="[Texto]"/>
      <dgm:spPr>
        <a:solidFill>
          <a:schemeClr val="accent1">
            <a:alpha val="90000"/>
          </a:schemeClr>
        </a:solidFill>
      </dgm:spPr>
      <dgm:t>
        <a:bodyPr/>
        <a:lstStyle/>
        <a:p>
          <a:r>
            <a:rPr lang="es-CO" dirty="0">
              <a:latin typeface="PT Sans Narrow" panose="020B0506020203020204" pitchFamily="34" charset="0"/>
            </a:rPr>
            <a:t>Auxiliares de Investigación (Pasantías)</a:t>
          </a:r>
        </a:p>
      </dgm:t>
    </dgm:pt>
    <dgm:pt modelId="{316A70AF-F70F-4005-9A4A-841CFCEF9E4E}" type="parTrans" cxnId="{5F6B6DA5-8DB5-4D94-9080-5DF696E0CFD3}">
      <dgm:prSet/>
      <dgm:spPr/>
      <dgm:t>
        <a:bodyPr/>
        <a:lstStyle/>
        <a:p>
          <a:endParaRPr lang="es-CO"/>
        </a:p>
      </dgm:t>
    </dgm:pt>
    <dgm:pt modelId="{080E31F4-00AC-41BA-81CB-EFE26BD0A75C}" type="sibTrans" cxnId="{5F6B6DA5-8DB5-4D94-9080-5DF696E0CFD3}">
      <dgm:prSet/>
      <dgm:spPr/>
      <dgm:t>
        <a:bodyPr/>
        <a:lstStyle/>
        <a:p>
          <a:endParaRPr lang="es-CO"/>
        </a:p>
      </dgm:t>
    </dgm:pt>
    <dgm:pt modelId="{7E50A884-EEA6-40C2-9C16-597BF935D882}">
      <dgm:prSet phldrT="[Texto]"/>
      <dgm:spPr/>
      <dgm:t>
        <a:bodyPr/>
        <a:lstStyle/>
        <a:p>
          <a:endParaRPr lang="es-CO" dirty="0"/>
        </a:p>
      </dgm:t>
    </dgm:pt>
    <dgm:pt modelId="{4938CB91-3E9F-44C9-A4DB-7F677E5B85CD}" type="parTrans" cxnId="{33160FBB-A89A-4C7C-A1AB-327A23F008AF}">
      <dgm:prSet/>
      <dgm:spPr/>
      <dgm:t>
        <a:bodyPr/>
        <a:lstStyle/>
        <a:p>
          <a:endParaRPr lang="es-CO"/>
        </a:p>
      </dgm:t>
    </dgm:pt>
    <dgm:pt modelId="{3B62CA4E-E09A-452B-B992-6A1B0A5F159E}" type="sibTrans" cxnId="{33160FBB-A89A-4C7C-A1AB-327A23F008AF}">
      <dgm:prSet/>
      <dgm:spPr/>
      <dgm:t>
        <a:bodyPr/>
        <a:lstStyle/>
        <a:p>
          <a:endParaRPr lang="es-CO"/>
        </a:p>
      </dgm:t>
    </dgm:pt>
    <dgm:pt modelId="{D29BA3B9-6423-419E-80CB-D069580C8F5D}">
      <dgm:prSet phldrT="[Texto]"/>
      <dgm:spPr>
        <a:solidFill>
          <a:schemeClr val="accent1">
            <a:lumMod val="40000"/>
            <a:lumOff val="60000"/>
            <a:alpha val="90000"/>
          </a:schemeClr>
        </a:solidFill>
      </dgm:spPr>
      <dgm:t>
        <a:bodyPr/>
        <a:lstStyle/>
        <a:p>
          <a:r>
            <a:rPr lang="es-CO" dirty="0">
              <a:latin typeface="PT Sans Narrow" panose="020B0506020203020204" pitchFamily="34" charset="0"/>
            </a:rPr>
            <a:t>Redes (Observatorios, laboratorios y centro de investigación) </a:t>
          </a:r>
        </a:p>
      </dgm:t>
    </dgm:pt>
    <dgm:pt modelId="{89035EF8-EB3C-4B18-A30F-BEFB71B6C2BF}" type="parTrans" cxnId="{B1CA1835-A779-49F9-93E3-D43EAA6C2E9E}">
      <dgm:prSet/>
      <dgm:spPr/>
      <dgm:t>
        <a:bodyPr/>
        <a:lstStyle/>
        <a:p>
          <a:endParaRPr lang="es-CO"/>
        </a:p>
      </dgm:t>
    </dgm:pt>
    <dgm:pt modelId="{B4FBF547-FFB3-47C2-8A34-86BF8AD2F989}" type="sibTrans" cxnId="{B1CA1835-A779-49F9-93E3-D43EAA6C2E9E}">
      <dgm:prSet/>
      <dgm:spPr/>
      <dgm:t>
        <a:bodyPr/>
        <a:lstStyle/>
        <a:p>
          <a:endParaRPr lang="es-CO"/>
        </a:p>
      </dgm:t>
    </dgm:pt>
    <dgm:pt modelId="{97062D8A-01A4-472C-BB5A-47F7BE0A79AF}">
      <dgm:prSet phldrT="[Texto]"/>
      <dgm:spPr/>
      <dgm:t>
        <a:bodyPr/>
        <a:lstStyle/>
        <a:p>
          <a:endParaRPr lang="es-CO" dirty="0"/>
        </a:p>
      </dgm:t>
    </dgm:pt>
    <dgm:pt modelId="{A9CFF2BA-3DFB-40EC-823F-9CC3810AD2F4}" type="parTrans" cxnId="{D19B8E63-1CDE-4F72-BCE3-3E63074DFD5E}">
      <dgm:prSet/>
      <dgm:spPr/>
      <dgm:t>
        <a:bodyPr/>
        <a:lstStyle/>
        <a:p>
          <a:endParaRPr lang="es-CO"/>
        </a:p>
      </dgm:t>
    </dgm:pt>
    <dgm:pt modelId="{DF1F8018-BB46-4720-8818-EF32DB78F1DF}" type="sibTrans" cxnId="{D19B8E63-1CDE-4F72-BCE3-3E63074DFD5E}">
      <dgm:prSet/>
      <dgm:spPr/>
      <dgm:t>
        <a:bodyPr/>
        <a:lstStyle/>
        <a:p>
          <a:endParaRPr lang="es-CO"/>
        </a:p>
      </dgm:t>
    </dgm:pt>
    <dgm:pt modelId="{409671DB-AE02-4A52-8CC7-4290EFFC2CAD}">
      <dgm:prSet phldrT="[Texto]"/>
      <dgm:spPr>
        <a:solidFill>
          <a:schemeClr val="accent1">
            <a:lumMod val="40000"/>
            <a:lumOff val="60000"/>
            <a:alpha val="90000"/>
          </a:schemeClr>
        </a:solidFill>
      </dgm:spPr>
      <dgm:t>
        <a:bodyPr/>
        <a:lstStyle/>
        <a:p>
          <a:r>
            <a:rPr lang="es-CO" dirty="0">
              <a:latin typeface="PT Sans Narrow" panose="020B0506020203020204" pitchFamily="34" charset="0"/>
            </a:rPr>
            <a:t>Otras (fundaciones, empresas, financiadoras…)</a:t>
          </a:r>
        </a:p>
      </dgm:t>
    </dgm:pt>
    <dgm:pt modelId="{E2486BD3-C1CE-4A63-B850-56EC3530ED31}" type="parTrans" cxnId="{5627A426-F771-4449-BAC2-02D508A448BA}">
      <dgm:prSet/>
      <dgm:spPr/>
      <dgm:t>
        <a:bodyPr/>
        <a:lstStyle/>
        <a:p>
          <a:endParaRPr lang="es-CO"/>
        </a:p>
      </dgm:t>
    </dgm:pt>
    <dgm:pt modelId="{5D2ECCD8-B210-40BC-B95D-B0456A7D2738}" type="sibTrans" cxnId="{5627A426-F771-4449-BAC2-02D508A448BA}">
      <dgm:prSet/>
      <dgm:spPr/>
      <dgm:t>
        <a:bodyPr/>
        <a:lstStyle/>
        <a:p>
          <a:endParaRPr lang="es-CO"/>
        </a:p>
      </dgm:t>
    </dgm:pt>
    <dgm:pt modelId="{BDD566FE-A676-427F-BD43-42FCA3122D62}">
      <dgm:prSet/>
      <dgm:spPr/>
      <dgm:t>
        <a:bodyPr/>
        <a:lstStyle/>
        <a:p>
          <a:endParaRPr lang="es-CO"/>
        </a:p>
      </dgm:t>
    </dgm:pt>
    <dgm:pt modelId="{F623A3B0-4E8F-4ADF-BA54-6A2711D124FE}" type="parTrans" cxnId="{D7148F15-FF3D-4600-B59D-76025C4BDC9A}">
      <dgm:prSet/>
      <dgm:spPr/>
      <dgm:t>
        <a:bodyPr/>
        <a:lstStyle/>
        <a:p>
          <a:endParaRPr lang="es-CO"/>
        </a:p>
      </dgm:t>
    </dgm:pt>
    <dgm:pt modelId="{AB454183-9B0C-441D-9ABC-59F239740B0D}" type="sibTrans" cxnId="{D7148F15-FF3D-4600-B59D-76025C4BDC9A}">
      <dgm:prSet/>
      <dgm:spPr/>
      <dgm:t>
        <a:bodyPr/>
        <a:lstStyle/>
        <a:p>
          <a:endParaRPr lang="es-CO"/>
        </a:p>
      </dgm:t>
    </dgm:pt>
    <dgm:pt modelId="{F3BFBF5D-C250-4081-AE97-09D8E25C5260}">
      <dgm:prSet/>
      <dgm:spPr/>
      <dgm:t>
        <a:bodyPr/>
        <a:lstStyle/>
        <a:p>
          <a:r>
            <a:rPr lang="es-CO" dirty="0">
              <a:latin typeface="PT Sans Narrow" panose="020B0506020203020204" pitchFamily="34" charset="0"/>
            </a:rPr>
            <a:t>Semilleros de Investigación (en la FULL)</a:t>
          </a:r>
        </a:p>
      </dgm:t>
    </dgm:pt>
    <dgm:pt modelId="{2BAC0D39-D742-4EFE-9137-2D5914D7A51A}" type="parTrans" cxnId="{9B20647F-2837-4822-8ABF-33BEF4067566}">
      <dgm:prSet/>
      <dgm:spPr/>
      <dgm:t>
        <a:bodyPr/>
        <a:lstStyle/>
        <a:p>
          <a:endParaRPr lang="es-CO"/>
        </a:p>
      </dgm:t>
    </dgm:pt>
    <dgm:pt modelId="{51C2F5EB-08A2-4CE5-8DCD-C0E22EB6BBAF}" type="sibTrans" cxnId="{9B20647F-2837-4822-8ABF-33BEF4067566}">
      <dgm:prSet/>
      <dgm:spPr/>
      <dgm:t>
        <a:bodyPr/>
        <a:lstStyle/>
        <a:p>
          <a:endParaRPr lang="es-CO"/>
        </a:p>
      </dgm:t>
    </dgm:pt>
    <dgm:pt modelId="{84BFD013-BAF6-4473-B1B0-C85CA1A7FEB6}" type="pres">
      <dgm:prSet presAssocID="{8B033E03-36E8-4097-81A0-A70BD23A646F}" presName="linearFlow" presStyleCnt="0">
        <dgm:presLayoutVars>
          <dgm:dir/>
          <dgm:animLvl val="lvl"/>
          <dgm:resizeHandles val="exact"/>
        </dgm:presLayoutVars>
      </dgm:prSet>
      <dgm:spPr/>
    </dgm:pt>
    <dgm:pt modelId="{774604EA-D3A0-490F-A0BB-3321C487C280}" type="pres">
      <dgm:prSet presAssocID="{D6B796C3-386A-43F7-BF87-3C65B3CB1B86}" presName="composite" presStyleCnt="0"/>
      <dgm:spPr/>
    </dgm:pt>
    <dgm:pt modelId="{CA0A0D43-54F8-4D2D-9958-D83F6EED2CC5}" type="pres">
      <dgm:prSet presAssocID="{D6B796C3-386A-43F7-BF87-3C65B3CB1B86}" presName="parentText" presStyleLbl="alignNode1" presStyleIdx="0" presStyleCnt="8">
        <dgm:presLayoutVars>
          <dgm:chMax val="1"/>
          <dgm:bulletEnabled val="1"/>
        </dgm:presLayoutVars>
      </dgm:prSet>
      <dgm:spPr/>
    </dgm:pt>
    <dgm:pt modelId="{A7B41131-E042-49CB-89CD-D277EE6DFCEF}" type="pres">
      <dgm:prSet presAssocID="{D6B796C3-386A-43F7-BF87-3C65B3CB1B86}" presName="descendantText" presStyleLbl="alignAcc1" presStyleIdx="0" presStyleCnt="8">
        <dgm:presLayoutVars>
          <dgm:bulletEnabled val="1"/>
        </dgm:presLayoutVars>
      </dgm:prSet>
      <dgm:spPr/>
    </dgm:pt>
    <dgm:pt modelId="{321C3FB9-9B0E-497B-A619-5AC2F8916EDA}" type="pres">
      <dgm:prSet presAssocID="{25EB6B27-2E5A-4950-8B6A-8893AC048E54}" presName="sp" presStyleCnt="0"/>
      <dgm:spPr/>
    </dgm:pt>
    <dgm:pt modelId="{40A3C173-5D83-4E16-8ABE-1F36B6757E5F}" type="pres">
      <dgm:prSet presAssocID="{FCFE8B3A-C5B5-41FE-A68A-1353C46EBA9A}" presName="composite" presStyleCnt="0"/>
      <dgm:spPr/>
    </dgm:pt>
    <dgm:pt modelId="{D671C120-D7DC-41DA-9C7C-38C9B50537DD}" type="pres">
      <dgm:prSet presAssocID="{FCFE8B3A-C5B5-41FE-A68A-1353C46EBA9A}" presName="parentText" presStyleLbl="alignNode1" presStyleIdx="1" presStyleCnt="8">
        <dgm:presLayoutVars>
          <dgm:chMax val="1"/>
          <dgm:bulletEnabled val="1"/>
        </dgm:presLayoutVars>
      </dgm:prSet>
      <dgm:spPr/>
    </dgm:pt>
    <dgm:pt modelId="{2125C51C-F380-4F7C-A070-73E15B3B48FC}" type="pres">
      <dgm:prSet presAssocID="{FCFE8B3A-C5B5-41FE-A68A-1353C46EBA9A}" presName="descendantText" presStyleLbl="alignAcc1" presStyleIdx="1" presStyleCnt="8">
        <dgm:presLayoutVars>
          <dgm:bulletEnabled val="1"/>
        </dgm:presLayoutVars>
      </dgm:prSet>
      <dgm:spPr/>
    </dgm:pt>
    <dgm:pt modelId="{4C7F5A38-757F-44BB-9209-941832CD686D}" type="pres">
      <dgm:prSet presAssocID="{50BC24CF-EBE5-4440-A04D-E0CF81DF94B5}" presName="sp" presStyleCnt="0"/>
      <dgm:spPr/>
    </dgm:pt>
    <dgm:pt modelId="{0F8087A2-1AB2-43A4-8A63-BE883CB3DD93}" type="pres">
      <dgm:prSet presAssocID="{579DE9BE-0E4C-4B63-BF78-CFFA36ABD01C}" presName="composite" presStyleCnt="0"/>
      <dgm:spPr/>
    </dgm:pt>
    <dgm:pt modelId="{4FC923A9-C418-4A8C-A8A6-0F0F76CDB09E}" type="pres">
      <dgm:prSet presAssocID="{579DE9BE-0E4C-4B63-BF78-CFFA36ABD01C}" presName="parentText" presStyleLbl="alignNode1" presStyleIdx="2" presStyleCnt="8">
        <dgm:presLayoutVars>
          <dgm:chMax val="1"/>
          <dgm:bulletEnabled val="1"/>
        </dgm:presLayoutVars>
      </dgm:prSet>
      <dgm:spPr/>
    </dgm:pt>
    <dgm:pt modelId="{126F53DB-4520-417E-9792-5BAE67854519}" type="pres">
      <dgm:prSet presAssocID="{579DE9BE-0E4C-4B63-BF78-CFFA36ABD01C}" presName="descendantText" presStyleLbl="alignAcc1" presStyleIdx="2" presStyleCnt="8">
        <dgm:presLayoutVars>
          <dgm:bulletEnabled val="1"/>
        </dgm:presLayoutVars>
      </dgm:prSet>
      <dgm:spPr/>
    </dgm:pt>
    <dgm:pt modelId="{B37439D9-4172-4CFC-8D4A-F9EE72B1AB85}" type="pres">
      <dgm:prSet presAssocID="{65CC6159-1C7F-4577-A446-DA268E076951}" presName="sp" presStyleCnt="0"/>
      <dgm:spPr/>
    </dgm:pt>
    <dgm:pt modelId="{2212F3D7-97ED-46AD-8522-D92E3BF7074C}" type="pres">
      <dgm:prSet presAssocID="{BDD566FE-A676-427F-BD43-42FCA3122D62}" presName="composite" presStyleCnt="0"/>
      <dgm:spPr/>
    </dgm:pt>
    <dgm:pt modelId="{4B9EBBAA-3631-40BC-A9E3-7914F02A9CBF}" type="pres">
      <dgm:prSet presAssocID="{BDD566FE-A676-427F-BD43-42FCA3122D62}" presName="parentText" presStyleLbl="alignNode1" presStyleIdx="3" presStyleCnt="8">
        <dgm:presLayoutVars>
          <dgm:chMax val="1"/>
          <dgm:bulletEnabled val="1"/>
        </dgm:presLayoutVars>
      </dgm:prSet>
      <dgm:spPr/>
    </dgm:pt>
    <dgm:pt modelId="{BF73DC1C-9049-4DD7-959C-6F9DF0E03526}" type="pres">
      <dgm:prSet presAssocID="{BDD566FE-A676-427F-BD43-42FCA3122D62}" presName="descendantText" presStyleLbl="alignAcc1" presStyleIdx="3" presStyleCnt="8">
        <dgm:presLayoutVars>
          <dgm:bulletEnabled val="1"/>
        </dgm:presLayoutVars>
      </dgm:prSet>
      <dgm:spPr/>
    </dgm:pt>
    <dgm:pt modelId="{68DFF007-9181-4E07-9AC8-4F784A63728E}" type="pres">
      <dgm:prSet presAssocID="{AB454183-9B0C-441D-9ABC-59F239740B0D}" presName="sp" presStyleCnt="0"/>
      <dgm:spPr/>
    </dgm:pt>
    <dgm:pt modelId="{4F734200-F075-4848-8D07-B33B516D9E51}" type="pres">
      <dgm:prSet presAssocID="{DF1A1035-8F57-4EA3-B0F6-789720B0A680}" presName="composite" presStyleCnt="0"/>
      <dgm:spPr/>
    </dgm:pt>
    <dgm:pt modelId="{9DC2E5DA-3674-476E-B7F3-521A4DE5E547}" type="pres">
      <dgm:prSet presAssocID="{DF1A1035-8F57-4EA3-B0F6-789720B0A680}" presName="parentText" presStyleLbl="alignNode1" presStyleIdx="4" presStyleCnt="8">
        <dgm:presLayoutVars>
          <dgm:chMax val="1"/>
          <dgm:bulletEnabled val="1"/>
        </dgm:presLayoutVars>
      </dgm:prSet>
      <dgm:spPr/>
    </dgm:pt>
    <dgm:pt modelId="{E2C9D0B5-CD64-4B0E-ACE3-BDA469FFBC95}" type="pres">
      <dgm:prSet presAssocID="{DF1A1035-8F57-4EA3-B0F6-789720B0A680}" presName="descendantText" presStyleLbl="alignAcc1" presStyleIdx="4" presStyleCnt="8">
        <dgm:presLayoutVars>
          <dgm:bulletEnabled val="1"/>
        </dgm:presLayoutVars>
      </dgm:prSet>
      <dgm:spPr/>
    </dgm:pt>
    <dgm:pt modelId="{6F3496EB-69D5-4253-91A5-DC538C743BA3}" type="pres">
      <dgm:prSet presAssocID="{09CEF5C4-AB9E-4E8A-90D8-DABD047F4A45}" presName="sp" presStyleCnt="0"/>
      <dgm:spPr/>
    </dgm:pt>
    <dgm:pt modelId="{A6155658-8FA5-4282-BE76-70C1BE0A4009}" type="pres">
      <dgm:prSet presAssocID="{EEDB2D61-D77C-4E23-AFDC-333630CAE47F}" presName="composite" presStyleCnt="0"/>
      <dgm:spPr/>
    </dgm:pt>
    <dgm:pt modelId="{238E1BFC-B388-486E-ACEF-58226B4E9660}" type="pres">
      <dgm:prSet presAssocID="{EEDB2D61-D77C-4E23-AFDC-333630CAE47F}" presName="parentText" presStyleLbl="alignNode1" presStyleIdx="5" presStyleCnt="8">
        <dgm:presLayoutVars>
          <dgm:chMax val="1"/>
          <dgm:bulletEnabled val="1"/>
        </dgm:presLayoutVars>
      </dgm:prSet>
      <dgm:spPr/>
    </dgm:pt>
    <dgm:pt modelId="{8B82E8CD-8D43-40A4-B155-C9B528878D2C}" type="pres">
      <dgm:prSet presAssocID="{EEDB2D61-D77C-4E23-AFDC-333630CAE47F}" presName="descendantText" presStyleLbl="alignAcc1" presStyleIdx="5" presStyleCnt="8">
        <dgm:presLayoutVars>
          <dgm:bulletEnabled val="1"/>
        </dgm:presLayoutVars>
      </dgm:prSet>
      <dgm:spPr/>
    </dgm:pt>
    <dgm:pt modelId="{12DE1501-7085-4253-80E8-CDE8F77EA77C}" type="pres">
      <dgm:prSet presAssocID="{8E3A3FF7-A9FF-42AA-92E3-A395F571A8BB}" presName="sp" presStyleCnt="0"/>
      <dgm:spPr/>
    </dgm:pt>
    <dgm:pt modelId="{8F71C8DF-7349-4DD0-B511-9B376FBA6972}" type="pres">
      <dgm:prSet presAssocID="{7E50A884-EEA6-40C2-9C16-597BF935D882}" presName="composite" presStyleCnt="0"/>
      <dgm:spPr/>
    </dgm:pt>
    <dgm:pt modelId="{FA0AC4B5-6FD8-4519-9B89-35FD45C69729}" type="pres">
      <dgm:prSet presAssocID="{7E50A884-EEA6-40C2-9C16-597BF935D882}" presName="parentText" presStyleLbl="alignNode1" presStyleIdx="6" presStyleCnt="8">
        <dgm:presLayoutVars>
          <dgm:chMax val="1"/>
          <dgm:bulletEnabled val="1"/>
        </dgm:presLayoutVars>
      </dgm:prSet>
      <dgm:spPr/>
    </dgm:pt>
    <dgm:pt modelId="{D86AA580-E934-45D0-A4DA-47311A552A28}" type="pres">
      <dgm:prSet presAssocID="{7E50A884-EEA6-40C2-9C16-597BF935D882}" presName="descendantText" presStyleLbl="alignAcc1" presStyleIdx="6" presStyleCnt="8">
        <dgm:presLayoutVars>
          <dgm:bulletEnabled val="1"/>
        </dgm:presLayoutVars>
      </dgm:prSet>
      <dgm:spPr/>
    </dgm:pt>
    <dgm:pt modelId="{A6CB2B74-EDA9-46CB-96FF-45FA7F340A46}" type="pres">
      <dgm:prSet presAssocID="{3B62CA4E-E09A-452B-B992-6A1B0A5F159E}" presName="sp" presStyleCnt="0"/>
      <dgm:spPr/>
    </dgm:pt>
    <dgm:pt modelId="{261808C4-44BD-4D6D-963F-2E298292FC7D}" type="pres">
      <dgm:prSet presAssocID="{97062D8A-01A4-472C-BB5A-47F7BE0A79AF}" presName="composite" presStyleCnt="0"/>
      <dgm:spPr/>
    </dgm:pt>
    <dgm:pt modelId="{56020CF6-03E2-4239-97C8-61AE6734FC29}" type="pres">
      <dgm:prSet presAssocID="{97062D8A-01A4-472C-BB5A-47F7BE0A79AF}" presName="parentText" presStyleLbl="alignNode1" presStyleIdx="7" presStyleCnt="8">
        <dgm:presLayoutVars>
          <dgm:chMax val="1"/>
          <dgm:bulletEnabled val="1"/>
        </dgm:presLayoutVars>
      </dgm:prSet>
      <dgm:spPr/>
    </dgm:pt>
    <dgm:pt modelId="{49D35441-D20A-434E-A2A4-9C52308726CC}" type="pres">
      <dgm:prSet presAssocID="{97062D8A-01A4-472C-BB5A-47F7BE0A79AF}" presName="descendantText" presStyleLbl="alignAcc1" presStyleIdx="7" presStyleCnt="8">
        <dgm:presLayoutVars>
          <dgm:bulletEnabled val="1"/>
        </dgm:presLayoutVars>
      </dgm:prSet>
      <dgm:spPr/>
    </dgm:pt>
  </dgm:ptLst>
  <dgm:cxnLst>
    <dgm:cxn modelId="{E6795201-3A38-4BCE-9A54-66567C464C98}" srcId="{8B033E03-36E8-4097-81A0-A70BD23A646F}" destId="{D6B796C3-386A-43F7-BF87-3C65B3CB1B86}" srcOrd="0" destOrd="0" parTransId="{6C1D3F17-3763-426B-BFFF-D78A81DF915A}" sibTransId="{25EB6B27-2E5A-4950-8B6A-8893AC048E54}"/>
    <dgm:cxn modelId="{C8D50305-62EA-4E53-981C-025B9F4A6C12}" srcId="{8B033E03-36E8-4097-81A0-A70BD23A646F}" destId="{FCFE8B3A-C5B5-41FE-A68A-1353C46EBA9A}" srcOrd="1" destOrd="0" parTransId="{625654C9-10E6-4961-9B20-1B5F93ABC822}" sibTransId="{50BC24CF-EBE5-4440-A04D-E0CF81DF94B5}"/>
    <dgm:cxn modelId="{81352508-E69D-408E-882F-3222F644386F}" type="presOf" srcId="{FCFE8B3A-C5B5-41FE-A68A-1353C46EBA9A}" destId="{D671C120-D7DC-41DA-9C7C-38C9B50537DD}" srcOrd="0" destOrd="0" presId="urn:microsoft.com/office/officeart/2005/8/layout/chevron2"/>
    <dgm:cxn modelId="{D7148F15-FF3D-4600-B59D-76025C4BDC9A}" srcId="{8B033E03-36E8-4097-81A0-A70BD23A646F}" destId="{BDD566FE-A676-427F-BD43-42FCA3122D62}" srcOrd="3" destOrd="0" parTransId="{F623A3B0-4E8F-4ADF-BA54-6A2711D124FE}" sibTransId="{AB454183-9B0C-441D-9ABC-59F239740B0D}"/>
    <dgm:cxn modelId="{6249A116-E51D-428F-89F9-622366CB00A0}" type="presOf" srcId="{C490CFC5-DC0F-4B00-B988-E9B7F0ADBDEC}" destId="{8B82E8CD-8D43-40A4-B155-C9B528878D2C}" srcOrd="0" destOrd="0" presId="urn:microsoft.com/office/officeart/2005/8/layout/chevron2"/>
    <dgm:cxn modelId="{5627A426-F771-4449-BAC2-02D508A448BA}" srcId="{97062D8A-01A4-472C-BB5A-47F7BE0A79AF}" destId="{409671DB-AE02-4A52-8CC7-4290EFFC2CAD}" srcOrd="0" destOrd="0" parTransId="{E2486BD3-C1CE-4A63-B850-56EC3530ED31}" sibTransId="{5D2ECCD8-B210-40BC-B95D-B0456A7D2738}"/>
    <dgm:cxn modelId="{82DA6B2E-DBFB-4BD5-A2C9-22634D1E6D26}" type="presOf" srcId="{F3BFBF5D-C250-4081-AE97-09D8E25C5260}" destId="{BF73DC1C-9049-4DD7-959C-6F9DF0E03526}" srcOrd="0" destOrd="0" presId="urn:microsoft.com/office/officeart/2005/8/layout/chevron2"/>
    <dgm:cxn modelId="{98AE9A2F-3B81-44E8-AD91-D53AC156D07A}" srcId="{FCFE8B3A-C5B5-41FE-A68A-1353C46EBA9A}" destId="{E7ACE726-5715-41BC-8F77-9C72E813A053}" srcOrd="0" destOrd="0" parTransId="{70059300-C006-4C67-A22D-FB9E3AEB78F4}" sibTransId="{0C35CC70-CC39-46A5-929F-9EA34FA07E22}"/>
    <dgm:cxn modelId="{BF6FA934-E645-40F7-BDAC-D6EE2A538C2C}" type="presOf" srcId="{409671DB-AE02-4A52-8CC7-4290EFFC2CAD}" destId="{49D35441-D20A-434E-A2A4-9C52308726CC}" srcOrd="0" destOrd="0" presId="urn:microsoft.com/office/officeart/2005/8/layout/chevron2"/>
    <dgm:cxn modelId="{B1CA1835-A779-49F9-93E3-D43EAA6C2E9E}" srcId="{7E50A884-EEA6-40C2-9C16-597BF935D882}" destId="{D29BA3B9-6423-419E-80CB-D069580C8F5D}" srcOrd="0" destOrd="0" parTransId="{89035EF8-EB3C-4B18-A30F-BEFB71B6C2BF}" sibTransId="{B4FBF547-FFB3-47C2-8A34-86BF8AD2F989}"/>
    <dgm:cxn modelId="{08294B63-C781-4DF4-A5C8-14CD1376A668}" type="presOf" srcId="{97062D8A-01A4-472C-BB5A-47F7BE0A79AF}" destId="{56020CF6-03E2-4239-97C8-61AE6734FC29}" srcOrd="0" destOrd="0" presId="urn:microsoft.com/office/officeart/2005/8/layout/chevron2"/>
    <dgm:cxn modelId="{D19B8E63-1CDE-4F72-BCE3-3E63074DFD5E}" srcId="{8B033E03-36E8-4097-81A0-A70BD23A646F}" destId="{97062D8A-01A4-472C-BB5A-47F7BE0A79AF}" srcOrd="7" destOrd="0" parTransId="{A9CFF2BA-3DFB-40EC-823F-9CC3810AD2F4}" sibTransId="{DF1F8018-BB46-4720-8818-EF32DB78F1DF}"/>
    <dgm:cxn modelId="{A4FDE16A-C815-4142-B7F8-7234EF1AB805}" type="presOf" srcId="{D6B796C3-386A-43F7-BF87-3C65B3CB1B86}" destId="{CA0A0D43-54F8-4D2D-9958-D83F6EED2CC5}" srcOrd="0" destOrd="0" presId="urn:microsoft.com/office/officeart/2005/8/layout/chevron2"/>
    <dgm:cxn modelId="{9CE2716E-314E-4FE6-AF5B-8E546641C7D6}" type="presOf" srcId="{DF1A1035-8F57-4EA3-B0F6-789720B0A680}" destId="{9DC2E5DA-3674-476E-B7F3-521A4DE5E547}" srcOrd="0" destOrd="0" presId="urn:microsoft.com/office/officeart/2005/8/layout/chevron2"/>
    <dgm:cxn modelId="{0945E550-D258-41F2-BA0A-1A814B7F7B0C}" type="presOf" srcId="{8B033E03-36E8-4097-81A0-A70BD23A646F}" destId="{84BFD013-BAF6-4473-B1B0-C85CA1A7FEB6}" srcOrd="0" destOrd="0" presId="urn:microsoft.com/office/officeart/2005/8/layout/chevron2"/>
    <dgm:cxn modelId="{C2B09B73-6016-4AFE-9B69-055C4FBB6B0D}" type="presOf" srcId="{69BD2805-C85F-432B-94E7-9B20317E4C1F}" destId="{A7B41131-E042-49CB-89CD-D277EE6DFCEF}" srcOrd="0" destOrd="0" presId="urn:microsoft.com/office/officeart/2005/8/layout/chevron2"/>
    <dgm:cxn modelId="{30218374-FA63-4461-95C8-33A05A05DCE9}" srcId="{8B033E03-36E8-4097-81A0-A70BD23A646F}" destId="{DF1A1035-8F57-4EA3-B0F6-789720B0A680}" srcOrd="4" destOrd="0" parTransId="{0EFA04D9-68EC-4B03-BA61-CE57CFA4A762}" sibTransId="{09CEF5C4-AB9E-4E8A-90D8-DABD047F4A45}"/>
    <dgm:cxn modelId="{694BA757-AA1C-40BB-817E-86E7564B1C9B}" type="presOf" srcId="{EEDB2D61-D77C-4E23-AFDC-333630CAE47F}" destId="{238E1BFC-B388-486E-ACEF-58226B4E9660}" srcOrd="0" destOrd="0" presId="urn:microsoft.com/office/officeart/2005/8/layout/chevron2"/>
    <dgm:cxn modelId="{9B20647F-2837-4822-8ABF-33BEF4067566}" srcId="{BDD566FE-A676-427F-BD43-42FCA3122D62}" destId="{F3BFBF5D-C250-4081-AE97-09D8E25C5260}" srcOrd="0" destOrd="0" parTransId="{2BAC0D39-D742-4EFE-9137-2D5914D7A51A}" sibTransId="{51C2F5EB-08A2-4CE5-8DCD-C0E22EB6BBAF}"/>
    <dgm:cxn modelId="{1BB9EF80-CBB0-4104-BB47-57639E459DD5}" type="presOf" srcId="{13D72496-D8F0-4384-917E-F9EF8C726D59}" destId="{E2C9D0B5-CD64-4B0E-ACE3-BDA469FFBC95}" srcOrd="0" destOrd="0" presId="urn:microsoft.com/office/officeart/2005/8/layout/chevron2"/>
    <dgm:cxn modelId="{ACAA6E91-ED06-4AF1-A0B9-5D679D0801A0}" type="presOf" srcId="{D29BA3B9-6423-419E-80CB-D069580C8F5D}" destId="{D86AA580-E934-45D0-A4DA-47311A552A28}" srcOrd="0" destOrd="0" presId="urn:microsoft.com/office/officeart/2005/8/layout/chevron2"/>
    <dgm:cxn modelId="{BB449B97-624C-4A8A-97B3-CB677344670C}" srcId="{579DE9BE-0E4C-4B63-BF78-CFFA36ABD01C}" destId="{76563C6F-73FC-4CFA-BEC7-5E509F935BA5}" srcOrd="0" destOrd="0" parTransId="{DD4ACA46-5C34-4C38-8A82-EEA8287B204B}" sibTransId="{9356AF81-E432-4FBE-8272-C16F960E11F0}"/>
    <dgm:cxn modelId="{0657AEA3-EDE9-40D6-BFE6-B2E915A9F9BB}" srcId="{8B033E03-36E8-4097-81A0-A70BD23A646F}" destId="{EEDB2D61-D77C-4E23-AFDC-333630CAE47F}" srcOrd="5" destOrd="0" parTransId="{61850B03-9379-42E1-A527-A7917A3E47E9}" sibTransId="{8E3A3FF7-A9FF-42AA-92E3-A395F571A8BB}"/>
    <dgm:cxn modelId="{5F6B6DA5-8DB5-4D94-9080-5DF696E0CFD3}" srcId="{EEDB2D61-D77C-4E23-AFDC-333630CAE47F}" destId="{C490CFC5-DC0F-4B00-B988-E9B7F0ADBDEC}" srcOrd="0" destOrd="0" parTransId="{316A70AF-F70F-4005-9A4A-841CFCEF9E4E}" sibTransId="{080E31F4-00AC-41BA-81CB-EFE26BD0A75C}"/>
    <dgm:cxn modelId="{05889AA6-B6FE-4FC3-AD2B-BDF17E653213}" type="presOf" srcId="{579DE9BE-0E4C-4B63-BF78-CFFA36ABD01C}" destId="{4FC923A9-C418-4A8C-A8A6-0F0F76CDB09E}" srcOrd="0" destOrd="0" presId="urn:microsoft.com/office/officeart/2005/8/layout/chevron2"/>
    <dgm:cxn modelId="{9EB72BAB-D4B2-4DFF-94B4-5438458EB366}" type="presOf" srcId="{76563C6F-73FC-4CFA-BEC7-5E509F935BA5}" destId="{126F53DB-4520-417E-9792-5BAE67854519}" srcOrd="0" destOrd="0" presId="urn:microsoft.com/office/officeart/2005/8/layout/chevron2"/>
    <dgm:cxn modelId="{52B101BB-4A00-48BC-AB05-87A2FCD62D24}" srcId="{DF1A1035-8F57-4EA3-B0F6-789720B0A680}" destId="{13D72496-D8F0-4384-917E-F9EF8C726D59}" srcOrd="0" destOrd="0" parTransId="{9167ECD4-8111-48E0-8CBA-11BD73D55EEF}" sibTransId="{31476EC3-298B-4316-A5AF-01878E116312}"/>
    <dgm:cxn modelId="{33160FBB-A89A-4C7C-A1AB-327A23F008AF}" srcId="{8B033E03-36E8-4097-81A0-A70BD23A646F}" destId="{7E50A884-EEA6-40C2-9C16-597BF935D882}" srcOrd="6" destOrd="0" parTransId="{4938CB91-3E9F-44C9-A4DB-7F677E5B85CD}" sibTransId="{3B62CA4E-E09A-452B-B992-6A1B0A5F159E}"/>
    <dgm:cxn modelId="{8416DDBC-F879-4C9D-9104-D102253E8ECB}" srcId="{8B033E03-36E8-4097-81A0-A70BD23A646F}" destId="{579DE9BE-0E4C-4B63-BF78-CFFA36ABD01C}" srcOrd="2" destOrd="0" parTransId="{A696826B-79BE-4841-B474-6AC51B5C95A7}" sibTransId="{65CC6159-1C7F-4577-A446-DA268E076951}"/>
    <dgm:cxn modelId="{2B9D8DC5-D08B-4038-BDFD-0594983546DE}" type="presOf" srcId="{7E50A884-EEA6-40C2-9C16-597BF935D882}" destId="{FA0AC4B5-6FD8-4519-9B89-35FD45C69729}" srcOrd="0" destOrd="0" presId="urn:microsoft.com/office/officeart/2005/8/layout/chevron2"/>
    <dgm:cxn modelId="{55DD5DC7-9485-4ADC-AD29-59786373F98F}" type="presOf" srcId="{E7ACE726-5715-41BC-8F77-9C72E813A053}" destId="{2125C51C-F380-4F7C-A070-73E15B3B48FC}" srcOrd="0" destOrd="0" presId="urn:microsoft.com/office/officeart/2005/8/layout/chevron2"/>
    <dgm:cxn modelId="{C4619AD1-44CC-4FFA-B31B-072722E8C4C5}" type="presOf" srcId="{BDD566FE-A676-427F-BD43-42FCA3122D62}" destId="{4B9EBBAA-3631-40BC-A9E3-7914F02A9CBF}" srcOrd="0" destOrd="0" presId="urn:microsoft.com/office/officeart/2005/8/layout/chevron2"/>
    <dgm:cxn modelId="{239707D5-C1FE-470D-961D-A6508E17F1F6}" srcId="{D6B796C3-386A-43F7-BF87-3C65B3CB1B86}" destId="{69BD2805-C85F-432B-94E7-9B20317E4C1F}" srcOrd="0" destOrd="0" parTransId="{2A10C480-FFB5-4C0C-8BB0-E4668988CA65}" sibTransId="{2CED7DCD-BAE9-4C1A-B8AC-0550133B7D10}"/>
    <dgm:cxn modelId="{65F35928-AEDA-4AAD-B0F0-9F432B398529}" type="presParOf" srcId="{84BFD013-BAF6-4473-B1B0-C85CA1A7FEB6}" destId="{774604EA-D3A0-490F-A0BB-3321C487C280}" srcOrd="0" destOrd="0" presId="urn:microsoft.com/office/officeart/2005/8/layout/chevron2"/>
    <dgm:cxn modelId="{7747020C-C1F1-459C-AFDA-AD9328C01035}" type="presParOf" srcId="{774604EA-D3A0-490F-A0BB-3321C487C280}" destId="{CA0A0D43-54F8-4D2D-9958-D83F6EED2CC5}" srcOrd="0" destOrd="0" presId="urn:microsoft.com/office/officeart/2005/8/layout/chevron2"/>
    <dgm:cxn modelId="{4E24AE00-4D7B-4C07-BD8D-9B56BB754BEF}" type="presParOf" srcId="{774604EA-D3A0-490F-A0BB-3321C487C280}" destId="{A7B41131-E042-49CB-89CD-D277EE6DFCEF}" srcOrd="1" destOrd="0" presId="urn:microsoft.com/office/officeart/2005/8/layout/chevron2"/>
    <dgm:cxn modelId="{03843BB9-561E-49EF-89A5-7D51288F64C4}" type="presParOf" srcId="{84BFD013-BAF6-4473-B1B0-C85CA1A7FEB6}" destId="{321C3FB9-9B0E-497B-A619-5AC2F8916EDA}" srcOrd="1" destOrd="0" presId="urn:microsoft.com/office/officeart/2005/8/layout/chevron2"/>
    <dgm:cxn modelId="{B15AA82F-A7C6-49C3-AFE6-84D4EF60C4EB}" type="presParOf" srcId="{84BFD013-BAF6-4473-B1B0-C85CA1A7FEB6}" destId="{40A3C173-5D83-4E16-8ABE-1F36B6757E5F}" srcOrd="2" destOrd="0" presId="urn:microsoft.com/office/officeart/2005/8/layout/chevron2"/>
    <dgm:cxn modelId="{601801C2-6743-48E3-820F-742103EAC20D}" type="presParOf" srcId="{40A3C173-5D83-4E16-8ABE-1F36B6757E5F}" destId="{D671C120-D7DC-41DA-9C7C-38C9B50537DD}" srcOrd="0" destOrd="0" presId="urn:microsoft.com/office/officeart/2005/8/layout/chevron2"/>
    <dgm:cxn modelId="{5E78F373-F641-4883-8948-A9C89BE62C7F}" type="presParOf" srcId="{40A3C173-5D83-4E16-8ABE-1F36B6757E5F}" destId="{2125C51C-F380-4F7C-A070-73E15B3B48FC}" srcOrd="1" destOrd="0" presId="urn:microsoft.com/office/officeart/2005/8/layout/chevron2"/>
    <dgm:cxn modelId="{DED938C6-63FB-47DD-A8AF-40C6C3A85F6C}" type="presParOf" srcId="{84BFD013-BAF6-4473-B1B0-C85CA1A7FEB6}" destId="{4C7F5A38-757F-44BB-9209-941832CD686D}" srcOrd="3" destOrd="0" presId="urn:microsoft.com/office/officeart/2005/8/layout/chevron2"/>
    <dgm:cxn modelId="{22987A6A-1F51-4E41-9319-1BFB421E810A}" type="presParOf" srcId="{84BFD013-BAF6-4473-B1B0-C85CA1A7FEB6}" destId="{0F8087A2-1AB2-43A4-8A63-BE883CB3DD93}" srcOrd="4" destOrd="0" presId="urn:microsoft.com/office/officeart/2005/8/layout/chevron2"/>
    <dgm:cxn modelId="{E6E6A189-4F32-4318-BF7F-D556F68402A0}" type="presParOf" srcId="{0F8087A2-1AB2-43A4-8A63-BE883CB3DD93}" destId="{4FC923A9-C418-4A8C-A8A6-0F0F76CDB09E}" srcOrd="0" destOrd="0" presId="urn:microsoft.com/office/officeart/2005/8/layout/chevron2"/>
    <dgm:cxn modelId="{4F8E2DFE-77A8-4860-ADAE-A25FEAE273FF}" type="presParOf" srcId="{0F8087A2-1AB2-43A4-8A63-BE883CB3DD93}" destId="{126F53DB-4520-417E-9792-5BAE67854519}" srcOrd="1" destOrd="0" presId="urn:microsoft.com/office/officeart/2005/8/layout/chevron2"/>
    <dgm:cxn modelId="{56ED1BCC-4400-40A0-9CF3-C1718293B412}" type="presParOf" srcId="{84BFD013-BAF6-4473-B1B0-C85CA1A7FEB6}" destId="{B37439D9-4172-4CFC-8D4A-F9EE72B1AB85}" srcOrd="5" destOrd="0" presId="urn:microsoft.com/office/officeart/2005/8/layout/chevron2"/>
    <dgm:cxn modelId="{60D0D0C8-DC3A-45D4-BB0E-3B0AB986E3E7}" type="presParOf" srcId="{84BFD013-BAF6-4473-B1B0-C85CA1A7FEB6}" destId="{2212F3D7-97ED-46AD-8522-D92E3BF7074C}" srcOrd="6" destOrd="0" presId="urn:microsoft.com/office/officeart/2005/8/layout/chevron2"/>
    <dgm:cxn modelId="{BBA0398F-A57D-4AA6-BBFB-A1026960AD54}" type="presParOf" srcId="{2212F3D7-97ED-46AD-8522-D92E3BF7074C}" destId="{4B9EBBAA-3631-40BC-A9E3-7914F02A9CBF}" srcOrd="0" destOrd="0" presId="urn:microsoft.com/office/officeart/2005/8/layout/chevron2"/>
    <dgm:cxn modelId="{58BF3EC7-68EE-4EC0-BDE1-DDF0389FF98A}" type="presParOf" srcId="{2212F3D7-97ED-46AD-8522-D92E3BF7074C}" destId="{BF73DC1C-9049-4DD7-959C-6F9DF0E03526}" srcOrd="1" destOrd="0" presId="urn:microsoft.com/office/officeart/2005/8/layout/chevron2"/>
    <dgm:cxn modelId="{2F21A122-4118-4DF5-A53C-29FD912A8A83}" type="presParOf" srcId="{84BFD013-BAF6-4473-B1B0-C85CA1A7FEB6}" destId="{68DFF007-9181-4E07-9AC8-4F784A63728E}" srcOrd="7" destOrd="0" presId="urn:microsoft.com/office/officeart/2005/8/layout/chevron2"/>
    <dgm:cxn modelId="{9D1331F6-88EA-4D29-8CFA-66A09C4CFD9A}" type="presParOf" srcId="{84BFD013-BAF6-4473-B1B0-C85CA1A7FEB6}" destId="{4F734200-F075-4848-8D07-B33B516D9E51}" srcOrd="8" destOrd="0" presId="urn:microsoft.com/office/officeart/2005/8/layout/chevron2"/>
    <dgm:cxn modelId="{BF44A057-1D2A-4270-AE03-C8494BF92853}" type="presParOf" srcId="{4F734200-F075-4848-8D07-B33B516D9E51}" destId="{9DC2E5DA-3674-476E-B7F3-521A4DE5E547}" srcOrd="0" destOrd="0" presId="urn:microsoft.com/office/officeart/2005/8/layout/chevron2"/>
    <dgm:cxn modelId="{0776EA89-BC85-4AD6-89B6-7CC3B53F1C4F}" type="presParOf" srcId="{4F734200-F075-4848-8D07-B33B516D9E51}" destId="{E2C9D0B5-CD64-4B0E-ACE3-BDA469FFBC95}" srcOrd="1" destOrd="0" presId="urn:microsoft.com/office/officeart/2005/8/layout/chevron2"/>
    <dgm:cxn modelId="{8A9B4AFA-E9CD-4378-AE9A-CD3407B0C0AC}" type="presParOf" srcId="{84BFD013-BAF6-4473-B1B0-C85CA1A7FEB6}" destId="{6F3496EB-69D5-4253-91A5-DC538C743BA3}" srcOrd="9" destOrd="0" presId="urn:microsoft.com/office/officeart/2005/8/layout/chevron2"/>
    <dgm:cxn modelId="{B6853C54-4684-4319-814A-7EA9500C8B57}" type="presParOf" srcId="{84BFD013-BAF6-4473-B1B0-C85CA1A7FEB6}" destId="{A6155658-8FA5-4282-BE76-70C1BE0A4009}" srcOrd="10" destOrd="0" presId="urn:microsoft.com/office/officeart/2005/8/layout/chevron2"/>
    <dgm:cxn modelId="{AE7CFEC9-80E4-4CC1-98AC-1D79B676E590}" type="presParOf" srcId="{A6155658-8FA5-4282-BE76-70C1BE0A4009}" destId="{238E1BFC-B388-486E-ACEF-58226B4E9660}" srcOrd="0" destOrd="0" presId="urn:microsoft.com/office/officeart/2005/8/layout/chevron2"/>
    <dgm:cxn modelId="{EC98D9AE-4EF7-4C73-8CC2-D197EC9AF41F}" type="presParOf" srcId="{A6155658-8FA5-4282-BE76-70C1BE0A4009}" destId="{8B82E8CD-8D43-40A4-B155-C9B528878D2C}" srcOrd="1" destOrd="0" presId="urn:microsoft.com/office/officeart/2005/8/layout/chevron2"/>
    <dgm:cxn modelId="{B8D3FADD-95C8-4783-B170-42278E90545B}" type="presParOf" srcId="{84BFD013-BAF6-4473-B1B0-C85CA1A7FEB6}" destId="{12DE1501-7085-4253-80E8-CDE8F77EA77C}" srcOrd="11" destOrd="0" presId="urn:microsoft.com/office/officeart/2005/8/layout/chevron2"/>
    <dgm:cxn modelId="{80879E4D-4DE2-448E-8BA9-60D45FEDA2FD}" type="presParOf" srcId="{84BFD013-BAF6-4473-B1B0-C85CA1A7FEB6}" destId="{8F71C8DF-7349-4DD0-B511-9B376FBA6972}" srcOrd="12" destOrd="0" presId="urn:microsoft.com/office/officeart/2005/8/layout/chevron2"/>
    <dgm:cxn modelId="{9AA5924B-D78C-4CBE-8C46-6C9395FD60B5}" type="presParOf" srcId="{8F71C8DF-7349-4DD0-B511-9B376FBA6972}" destId="{FA0AC4B5-6FD8-4519-9B89-35FD45C69729}" srcOrd="0" destOrd="0" presId="urn:microsoft.com/office/officeart/2005/8/layout/chevron2"/>
    <dgm:cxn modelId="{55D0115F-B0D9-42FF-AB6F-947EEBDA0913}" type="presParOf" srcId="{8F71C8DF-7349-4DD0-B511-9B376FBA6972}" destId="{D86AA580-E934-45D0-A4DA-47311A552A28}" srcOrd="1" destOrd="0" presId="urn:microsoft.com/office/officeart/2005/8/layout/chevron2"/>
    <dgm:cxn modelId="{1DA86A9D-9B54-497F-A355-3C2FFE268BCF}" type="presParOf" srcId="{84BFD013-BAF6-4473-B1B0-C85CA1A7FEB6}" destId="{A6CB2B74-EDA9-46CB-96FF-45FA7F340A46}" srcOrd="13" destOrd="0" presId="urn:microsoft.com/office/officeart/2005/8/layout/chevron2"/>
    <dgm:cxn modelId="{85253874-11C5-4DB7-885F-F73B29AA3E6A}" type="presParOf" srcId="{84BFD013-BAF6-4473-B1B0-C85CA1A7FEB6}" destId="{261808C4-44BD-4D6D-963F-2E298292FC7D}" srcOrd="14" destOrd="0" presId="urn:microsoft.com/office/officeart/2005/8/layout/chevron2"/>
    <dgm:cxn modelId="{DDD5C43A-C6FC-4356-8D32-D8997AA7DEA2}" type="presParOf" srcId="{261808C4-44BD-4D6D-963F-2E298292FC7D}" destId="{56020CF6-03E2-4239-97C8-61AE6734FC29}" srcOrd="0" destOrd="0" presId="urn:microsoft.com/office/officeart/2005/8/layout/chevron2"/>
    <dgm:cxn modelId="{D5C110F4-256F-4448-B1B8-09A12FAE1069}" type="presParOf" srcId="{261808C4-44BD-4D6D-963F-2E298292FC7D}" destId="{49D35441-D20A-434E-A2A4-9C52308726CC}"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0A0D43-54F8-4D2D-9958-D83F6EED2CC5}">
      <dsp:nvSpPr>
        <dsp:cNvPr id="0" name=""/>
        <dsp:cNvSpPr/>
      </dsp:nvSpPr>
      <dsp:spPr>
        <a:xfrm rot="5400000">
          <a:off x="-86022" y="88655"/>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203353"/>
        <a:ext cx="401439" cy="172045"/>
      </dsp:txXfrm>
    </dsp:sp>
    <dsp:sp modelId="{A7B41131-E042-49CB-89CD-D277EE6DFCEF}">
      <dsp:nvSpPr>
        <dsp:cNvPr id="0" name=""/>
        <dsp:cNvSpPr/>
      </dsp:nvSpPr>
      <dsp:spPr>
        <a:xfrm rot="5400000">
          <a:off x="3062337" y="-2658265"/>
          <a:ext cx="372764" cy="569456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Minciencias (en Colombia)</a:t>
          </a:r>
        </a:p>
      </dsp:txBody>
      <dsp:txXfrm rot="-5400000">
        <a:off x="401440" y="20829"/>
        <a:ext cx="5676363" cy="336370"/>
      </dsp:txXfrm>
    </dsp:sp>
    <dsp:sp modelId="{D671C120-D7DC-41DA-9C7C-38C9B50537DD}">
      <dsp:nvSpPr>
        <dsp:cNvPr id="0" name=""/>
        <dsp:cNvSpPr/>
      </dsp:nvSpPr>
      <dsp:spPr>
        <a:xfrm rot="5400000">
          <a:off x="-86022" y="586548"/>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701246"/>
        <a:ext cx="401439" cy="172045"/>
      </dsp:txXfrm>
    </dsp:sp>
    <dsp:sp modelId="{2125C51C-F380-4F7C-A070-73E15B3B48FC}">
      <dsp:nvSpPr>
        <dsp:cNvPr id="0" name=""/>
        <dsp:cNvSpPr/>
      </dsp:nvSpPr>
      <dsp:spPr>
        <a:xfrm rot="5400000">
          <a:off x="3062337" y="-2160372"/>
          <a:ext cx="372764" cy="569456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Dirección de Investigaciones (en la FULL)</a:t>
          </a:r>
        </a:p>
      </dsp:txBody>
      <dsp:txXfrm rot="-5400000">
        <a:off x="401440" y="518722"/>
        <a:ext cx="5676363" cy="336370"/>
      </dsp:txXfrm>
    </dsp:sp>
    <dsp:sp modelId="{4FC923A9-C418-4A8C-A8A6-0F0F76CDB09E}">
      <dsp:nvSpPr>
        <dsp:cNvPr id="0" name=""/>
        <dsp:cNvSpPr/>
      </dsp:nvSpPr>
      <dsp:spPr>
        <a:xfrm rot="5400000">
          <a:off x="-86022" y="1084441"/>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1199139"/>
        <a:ext cx="401439" cy="172045"/>
      </dsp:txXfrm>
    </dsp:sp>
    <dsp:sp modelId="{126F53DB-4520-417E-9792-5BAE67854519}">
      <dsp:nvSpPr>
        <dsp:cNvPr id="0" name=""/>
        <dsp:cNvSpPr/>
      </dsp:nvSpPr>
      <dsp:spPr>
        <a:xfrm rot="5400000">
          <a:off x="3062337" y="-1662479"/>
          <a:ext cx="372764" cy="5694560"/>
        </a:xfrm>
        <a:prstGeom prst="round2SameRect">
          <a:avLst/>
        </a:prstGeom>
        <a:solidFill>
          <a:schemeClr val="accent1">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Grupos de Investigación (en la FULL)</a:t>
          </a:r>
        </a:p>
      </dsp:txBody>
      <dsp:txXfrm rot="-5400000">
        <a:off x="401440" y="1016615"/>
        <a:ext cx="5676363" cy="336370"/>
      </dsp:txXfrm>
    </dsp:sp>
    <dsp:sp modelId="{4B9EBBAA-3631-40BC-A9E3-7914F02A9CBF}">
      <dsp:nvSpPr>
        <dsp:cNvPr id="0" name=""/>
        <dsp:cNvSpPr/>
      </dsp:nvSpPr>
      <dsp:spPr>
        <a:xfrm rot="5400000">
          <a:off x="-86022" y="1582334"/>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a:p>
      </dsp:txBody>
      <dsp:txXfrm rot="-5400000">
        <a:off x="1" y="1697032"/>
        <a:ext cx="401439" cy="172045"/>
      </dsp:txXfrm>
    </dsp:sp>
    <dsp:sp modelId="{BF73DC1C-9049-4DD7-959C-6F9DF0E03526}">
      <dsp:nvSpPr>
        <dsp:cNvPr id="0" name=""/>
        <dsp:cNvSpPr/>
      </dsp:nvSpPr>
      <dsp:spPr>
        <a:xfrm rot="5400000">
          <a:off x="3062337" y="-1164586"/>
          <a:ext cx="372764" cy="569456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Semilleros de Investigación (en la FULL)</a:t>
          </a:r>
        </a:p>
      </dsp:txBody>
      <dsp:txXfrm rot="-5400000">
        <a:off x="401440" y="1514508"/>
        <a:ext cx="5676363" cy="336370"/>
      </dsp:txXfrm>
    </dsp:sp>
    <dsp:sp modelId="{9DC2E5DA-3674-476E-B7F3-521A4DE5E547}">
      <dsp:nvSpPr>
        <dsp:cNvPr id="0" name=""/>
        <dsp:cNvSpPr/>
      </dsp:nvSpPr>
      <dsp:spPr>
        <a:xfrm rot="5400000">
          <a:off x="-86022" y="2080226"/>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2194924"/>
        <a:ext cx="401439" cy="172045"/>
      </dsp:txXfrm>
    </dsp:sp>
    <dsp:sp modelId="{E2C9D0B5-CD64-4B0E-ACE3-BDA469FFBC95}">
      <dsp:nvSpPr>
        <dsp:cNvPr id="0" name=""/>
        <dsp:cNvSpPr/>
      </dsp:nvSpPr>
      <dsp:spPr>
        <a:xfrm rot="5400000">
          <a:off x="3062337" y="-666693"/>
          <a:ext cx="372764" cy="5694560"/>
        </a:xfrm>
        <a:prstGeom prst="round2SameRect">
          <a:avLst/>
        </a:prstGeom>
        <a:solidFill>
          <a:schemeClr val="accent1">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Investigadores </a:t>
          </a:r>
        </a:p>
      </dsp:txBody>
      <dsp:txXfrm rot="-5400000">
        <a:off x="401440" y="2012401"/>
        <a:ext cx="5676363" cy="336370"/>
      </dsp:txXfrm>
    </dsp:sp>
    <dsp:sp modelId="{238E1BFC-B388-486E-ACEF-58226B4E9660}">
      <dsp:nvSpPr>
        <dsp:cNvPr id="0" name=""/>
        <dsp:cNvSpPr/>
      </dsp:nvSpPr>
      <dsp:spPr>
        <a:xfrm rot="5400000">
          <a:off x="-86022" y="2578119"/>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2692817"/>
        <a:ext cx="401439" cy="172045"/>
      </dsp:txXfrm>
    </dsp:sp>
    <dsp:sp modelId="{8B82E8CD-8D43-40A4-B155-C9B528878D2C}">
      <dsp:nvSpPr>
        <dsp:cNvPr id="0" name=""/>
        <dsp:cNvSpPr/>
      </dsp:nvSpPr>
      <dsp:spPr>
        <a:xfrm rot="5400000">
          <a:off x="3062337" y="-168801"/>
          <a:ext cx="372764" cy="5694560"/>
        </a:xfrm>
        <a:prstGeom prst="round2SameRect">
          <a:avLst/>
        </a:prstGeom>
        <a:solidFill>
          <a:schemeClr val="accent1">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Auxiliares de Investigación (Pasantías)</a:t>
          </a:r>
        </a:p>
      </dsp:txBody>
      <dsp:txXfrm rot="-5400000">
        <a:off x="401440" y="2510293"/>
        <a:ext cx="5676363" cy="336370"/>
      </dsp:txXfrm>
    </dsp:sp>
    <dsp:sp modelId="{FA0AC4B5-6FD8-4519-9B89-35FD45C69729}">
      <dsp:nvSpPr>
        <dsp:cNvPr id="0" name=""/>
        <dsp:cNvSpPr/>
      </dsp:nvSpPr>
      <dsp:spPr>
        <a:xfrm rot="5400000">
          <a:off x="-86022" y="3076012"/>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3190710"/>
        <a:ext cx="401439" cy="172045"/>
      </dsp:txXfrm>
    </dsp:sp>
    <dsp:sp modelId="{D86AA580-E934-45D0-A4DA-47311A552A28}">
      <dsp:nvSpPr>
        <dsp:cNvPr id="0" name=""/>
        <dsp:cNvSpPr/>
      </dsp:nvSpPr>
      <dsp:spPr>
        <a:xfrm rot="5400000">
          <a:off x="3062337" y="329091"/>
          <a:ext cx="372764" cy="5694560"/>
        </a:xfrm>
        <a:prstGeom prst="round2SameRect">
          <a:avLst/>
        </a:prstGeom>
        <a:solidFill>
          <a:schemeClr val="accent1">
            <a:lumMod val="40000"/>
            <a:lumOff val="6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Redes (Observatorios, laboratorios y centro de investigación) </a:t>
          </a:r>
        </a:p>
      </dsp:txBody>
      <dsp:txXfrm rot="-5400000">
        <a:off x="401440" y="3008186"/>
        <a:ext cx="5676363" cy="336370"/>
      </dsp:txXfrm>
    </dsp:sp>
    <dsp:sp modelId="{56020CF6-03E2-4239-97C8-61AE6734FC29}">
      <dsp:nvSpPr>
        <dsp:cNvPr id="0" name=""/>
        <dsp:cNvSpPr/>
      </dsp:nvSpPr>
      <dsp:spPr>
        <a:xfrm rot="5400000">
          <a:off x="-86022" y="3573905"/>
          <a:ext cx="573484" cy="401439"/>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s-CO" sz="1100" kern="1200" dirty="0"/>
        </a:p>
      </dsp:txBody>
      <dsp:txXfrm rot="-5400000">
        <a:off x="1" y="3688603"/>
        <a:ext cx="401439" cy="172045"/>
      </dsp:txXfrm>
    </dsp:sp>
    <dsp:sp modelId="{49D35441-D20A-434E-A2A4-9C52308726CC}">
      <dsp:nvSpPr>
        <dsp:cNvPr id="0" name=""/>
        <dsp:cNvSpPr/>
      </dsp:nvSpPr>
      <dsp:spPr>
        <a:xfrm rot="5400000">
          <a:off x="3062337" y="826984"/>
          <a:ext cx="372764" cy="5694560"/>
        </a:xfrm>
        <a:prstGeom prst="round2SameRect">
          <a:avLst/>
        </a:prstGeom>
        <a:solidFill>
          <a:schemeClr val="accent1">
            <a:lumMod val="40000"/>
            <a:lumOff val="6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s-CO" sz="2000" kern="1200" dirty="0">
              <a:latin typeface="PT Sans Narrow" panose="020B0506020203020204" pitchFamily="34" charset="0"/>
            </a:rPr>
            <a:t>Otras (fundaciones, empresas, financiadoras…)</a:t>
          </a:r>
        </a:p>
      </dsp:txBody>
      <dsp:txXfrm rot="-5400000">
        <a:off x="401440" y="3506079"/>
        <a:ext cx="5676363" cy="33637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AE8A92-6B09-4458-8BB6-55FDC7D49E1F}" type="datetimeFigureOut">
              <a:rPr lang="es-ES" smtClean="0"/>
              <a:t>16/05/2026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C05DD9-5FD8-491F-A3CD-5FB278AE35B3}" type="slidenum">
              <a:rPr lang="es-ES" smtClean="0"/>
              <a:t>‹#›</a:t>
            </a:fld>
            <a:endParaRPr lang="es-ES"/>
          </a:p>
        </p:txBody>
      </p:sp>
    </p:spTree>
    <p:extLst>
      <p:ext uri="{BB962C8B-B14F-4D97-AF65-F5344CB8AC3E}">
        <p14:creationId xmlns:p14="http://schemas.microsoft.com/office/powerpoint/2010/main" val="2338409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6ED1E6A7-F37F-4C27-B7EA-812ABE0571AE}" type="datetimeFigureOut">
              <a:rPr lang="es-ES" smtClean="0"/>
              <a:t>16/05/2026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388709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6ED1E6A7-F37F-4C27-B7EA-812ABE0571AE}" type="datetimeFigureOut">
              <a:rPr lang="es-ES" smtClean="0"/>
              <a:t>16/05/2026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1197136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6ED1E6A7-F37F-4C27-B7EA-812ABE0571AE}" type="datetimeFigureOut">
              <a:rPr lang="es-ES" smtClean="0"/>
              <a:t>16/05/2026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262250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6ED1E6A7-F37F-4C27-B7EA-812ABE0571AE}" type="datetimeFigureOut">
              <a:rPr lang="es-ES" smtClean="0"/>
              <a:t>16/05/2026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2915893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ED1E6A7-F37F-4C27-B7EA-812ABE0571AE}" type="datetimeFigureOut">
              <a:rPr lang="es-ES" smtClean="0"/>
              <a:t>16/05/2026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3412632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6ED1E6A7-F37F-4C27-B7EA-812ABE0571AE}" type="datetimeFigureOut">
              <a:rPr lang="es-ES" smtClean="0"/>
              <a:t>16/05/2026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1472396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ED1E6A7-F37F-4C27-B7EA-812ABE0571AE}" type="datetimeFigureOut">
              <a:rPr lang="es-ES" smtClean="0"/>
              <a:t>16/05/2026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749240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ED1E6A7-F37F-4C27-B7EA-812ABE0571AE}" type="datetimeFigureOut">
              <a:rPr lang="es-ES" smtClean="0"/>
              <a:t>16/05/2026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883014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ED1E6A7-F37F-4C27-B7EA-812ABE0571AE}" type="datetimeFigureOut">
              <a:rPr lang="es-ES" smtClean="0"/>
              <a:t>16/05/2026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1544068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6ED1E6A7-F37F-4C27-B7EA-812ABE0571AE}" type="datetimeFigureOut">
              <a:rPr lang="es-ES" smtClean="0"/>
              <a:t>16/05/2026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2491593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6ED1E6A7-F37F-4C27-B7EA-812ABE0571AE}" type="datetimeFigureOut">
              <a:rPr lang="es-ES" smtClean="0"/>
              <a:t>16/05/2026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7A34C3E-FE93-4B79-8791-488B5EB8B7BE}" type="slidenum">
              <a:rPr lang="es-ES" smtClean="0"/>
              <a:t>‹#›</a:t>
            </a:fld>
            <a:endParaRPr lang="es-ES"/>
          </a:p>
        </p:txBody>
      </p:sp>
    </p:spTree>
    <p:extLst>
      <p:ext uri="{BB962C8B-B14F-4D97-AF65-F5344CB8AC3E}">
        <p14:creationId xmlns:p14="http://schemas.microsoft.com/office/powerpoint/2010/main" val="423768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609600" y="274638"/>
            <a:ext cx="10972800" cy="1143000"/>
          </a:xfrm>
        </p:spPr>
        <p:txBody>
          <a:bodyPr/>
          <a:lstStyle/>
          <a:p>
            <a:r>
              <a:rPr lang="es-ES"/>
              <a:t>Haga clic para modificar el estilo de título del patrón</a:t>
            </a:r>
            <a:endParaRPr lang="es-CO"/>
          </a:p>
        </p:txBody>
      </p:sp>
      <p:sp>
        <p:nvSpPr>
          <p:cNvPr id="3" name="2 Marcador de tabla"/>
          <p:cNvSpPr>
            <a:spLocks noGrp="1"/>
          </p:cNvSpPr>
          <p:nvPr>
            <p:ph type="tbl" idx="1"/>
          </p:nvPr>
        </p:nvSpPr>
        <p:spPr>
          <a:xfrm>
            <a:off x="609600" y="1600201"/>
            <a:ext cx="10972800" cy="4525963"/>
          </a:xfrm>
        </p:spPr>
        <p:txBody>
          <a:bodyPr/>
          <a:lstStyle/>
          <a:p>
            <a:pPr lvl="0"/>
            <a:endParaRPr lang="es-CO" noProof="0"/>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ECB15C21-3AA1-49D2-A509-B2C67B22D407}" type="slidenum">
              <a:rPr lang="es-ES" altLang="es-CO"/>
              <a:pPr>
                <a:defRPr/>
              </a:pPr>
              <a:t>‹#›</a:t>
            </a:fld>
            <a:endParaRPr lang="es-ES" altLang="es-CO"/>
          </a:p>
        </p:txBody>
      </p:sp>
    </p:spTree>
    <p:extLst>
      <p:ext uri="{BB962C8B-B14F-4D97-AF65-F5344CB8AC3E}">
        <p14:creationId xmlns:p14="http://schemas.microsoft.com/office/powerpoint/2010/main" val="3155639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D1E6A7-F37F-4C27-B7EA-812ABE0571AE}" type="datetimeFigureOut">
              <a:rPr lang="es-ES" smtClean="0"/>
              <a:t>16/05/2026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A34C3E-FE93-4B79-8791-488B5EB8B7BE}" type="slidenum">
              <a:rPr lang="es-ES" smtClean="0"/>
              <a:t>‹#›</a:t>
            </a:fld>
            <a:endParaRPr lang="es-ES"/>
          </a:p>
        </p:txBody>
      </p:sp>
    </p:spTree>
    <p:extLst>
      <p:ext uri="{BB962C8B-B14F-4D97-AF65-F5344CB8AC3E}">
        <p14:creationId xmlns:p14="http://schemas.microsoft.com/office/powerpoint/2010/main" val="16162712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ulibertadores.edu.co/investigacion/"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hyperlink" Target="http://www.monografias.com/trabajos11/estadi/estadi.shtml#METODO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p:cNvSpPr>
            <a:spLocks noGrp="1"/>
          </p:cNvSpPr>
          <p:nvPr>
            <p:ph type="subTitle" idx="1"/>
          </p:nvPr>
        </p:nvSpPr>
        <p:spPr>
          <a:xfrm>
            <a:off x="1589315" y="3339532"/>
            <a:ext cx="9144000" cy="1655762"/>
          </a:xfrm>
        </p:spPr>
        <p:txBody>
          <a:bodyPr>
            <a:noAutofit/>
          </a:bodyPr>
          <a:lstStyle/>
          <a:p>
            <a:r>
              <a:rPr lang="es-ES" sz="2800" b="1" dirty="0">
                <a:latin typeface="PT Sans Narrow" panose="020B0506020203020204" pitchFamily="34" charset="0"/>
              </a:rPr>
              <a:t>SEMINARIO DE INVESTIGACIÓN</a:t>
            </a:r>
          </a:p>
          <a:p>
            <a:endParaRPr lang="es-ES" sz="2800" b="1" dirty="0">
              <a:latin typeface="PT Sans Narrow" panose="020B0506020203020204" pitchFamily="34" charset="0"/>
            </a:endParaRPr>
          </a:p>
          <a:p>
            <a:r>
              <a:rPr lang="es-ES" sz="2800" b="1" dirty="0">
                <a:latin typeface="PT Sans Narrow" panose="020B0506020203020204" pitchFamily="34" charset="0"/>
              </a:rPr>
              <a:t>Introducción</a:t>
            </a:r>
          </a:p>
        </p:txBody>
      </p:sp>
    </p:spTree>
    <p:extLst>
      <p:ext uri="{BB962C8B-B14F-4D97-AF65-F5344CB8AC3E}">
        <p14:creationId xmlns:p14="http://schemas.microsoft.com/office/powerpoint/2010/main" val="4077806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5188DA-D57E-AC77-C249-36C4AB6B8F3B}"/>
              </a:ext>
            </a:extLst>
          </p:cNvPr>
          <p:cNvPicPr>
            <a:picLocks noChangeAspect="1"/>
          </p:cNvPicPr>
          <p:nvPr/>
        </p:nvPicPr>
        <p:blipFill>
          <a:blip r:embed="rId2"/>
          <a:stretch>
            <a:fillRect/>
          </a:stretch>
        </p:blipFill>
        <p:spPr>
          <a:xfrm>
            <a:off x="2205653" y="102581"/>
            <a:ext cx="7780694" cy="6652837"/>
          </a:xfrm>
          <a:prstGeom prst="rect">
            <a:avLst/>
          </a:prstGeom>
        </p:spPr>
      </p:pic>
      <p:sp>
        <p:nvSpPr>
          <p:cNvPr id="6" name="Rectangle: Rounded Corners 5">
            <a:extLst>
              <a:ext uri="{FF2B5EF4-FFF2-40B4-BE49-F238E27FC236}">
                <a16:creationId xmlns:a16="http://schemas.microsoft.com/office/drawing/2014/main" id="{85D934A8-8A7A-6FAD-9C35-7C02D1541C63}"/>
              </a:ext>
            </a:extLst>
          </p:cNvPr>
          <p:cNvSpPr/>
          <p:nvPr/>
        </p:nvSpPr>
        <p:spPr>
          <a:xfrm>
            <a:off x="7939514" y="3545982"/>
            <a:ext cx="933319" cy="691790"/>
          </a:xfrm>
          <a:prstGeom prst="round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7" name="Rectangle: Rounded Corners 6">
            <a:extLst>
              <a:ext uri="{FF2B5EF4-FFF2-40B4-BE49-F238E27FC236}">
                <a16:creationId xmlns:a16="http://schemas.microsoft.com/office/drawing/2014/main" id="{2ECDBB1A-DEA6-9238-BCE5-A5821543AECC}"/>
              </a:ext>
            </a:extLst>
          </p:cNvPr>
          <p:cNvSpPr/>
          <p:nvPr/>
        </p:nvSpPr>
        <p:spPr>
          <a:xfrm>
            <a:off x="7939514" y="4881005"/>
            <a:ext cx="933319" cy="691790"/>
          </a:xfrm>
          <a:prstGeom prst="round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sp>
        <p:nvSpPr>
          <p:cNvPr id="8" name="Rectangle: Rounded Corners 7">
            <a:extLst>
              <a:ext uri="{FF2B5EF4-FFF2-40B4-BE49-F238E27FC236}">
                <a16:creationId xmlns:a16="http://schemas.microsoft.com/office/drawing/2014/main" id="{55A41C7B-F791-5703-903A-1216718AA6FA}"/>
              </a:ext>
            </a:extLst>
          </p:cNvPr>
          <p:cNvSpPr/>
          <p:nvPr/>
        </p:nvSpPr>
        <p:spPr>
          <a:xfrm>
            <a:off x="3904592" y="6313565"/>
            <a:ext cx="1789913" cy="213359"/>
          </a:xfrm>
          <a:prstGeom prst="round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CO"/>
          </a:p>
        </p:txBody>
      </p:sp>
      <p:cxnSp>
        <p:nvCxnSpPr>
          <p:cNvPr id="10" name="Connector: Elbow 9">
            <a:extLst>
              <a:ext uri="{FF2B5EF4-FFF2-40B4-BE49-F238E27FC236}">
                <a16:creationId xmlns:a16="http://schemas.microsoft.com/office/drawing/2014/main" id="{BFD8DE99-D3D0-2286-4964-A13DF61A8239}"/>
              </a:ext>
            </a:extLst>
          </p:cNvPr>
          <p:cNvCxnSpPr>
            <a:stCxn id="8" idx="3"/>
            <a:endCxn id="7" idx="1"/>
          </p:cNvCxnSpPr>
          <p:nvPr/>
        </p:nvCxnSpPr>
        <p:spPr>
          <a:xfrm flipV="1">
            <a:off x="5694505" y="5226900"/>
            <a:ext cx="2245009" cy="1193345"/>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4DDD7FEE-CEF0-C827-15D8-0C5224AA44E2}"/>
              </a:ext>
            </a:extLst>
          </p:cNvPr>
          <p:cNvCxnSpPr>
            <a:cxnSpLocks/>
            <a:stCxn id="8" idx="3"/>
            <a:endCxn id="6" idx="1"/>
          </p:cNvCxnSpPr>
          <p:nvPr/>
        </p:nvCxnSpPr>
        <p:spPr>
          <a:xfrm flipV="1">
            <a:off x="5694505" y="3891877"/>
            <a:ext cx="2245009" cy="2528368"/>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40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A4CA-95C6-618F-7CF5-8A84FBDFA6D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EF86F3C-7752-B090-6B00-F7A4DEF4DFC4}"/>
              </a:ext>
            </a:extLst>
          </p:cNvPr>
          <p:cNvPicPr>
            <a:picLocks noChangeAspect="1"/>
          </p:cNvPicPr>
          <p:nvPr/>
        </p:nvPicPr>
        <p:blipFill>
          <a:blip r:embed="rId2"/>
          <a:stretch>
            <a:fillRect/>
          </a:stretch>
        </p:blipFill>
        <p:spPr>
          <a:xfrm>
            <a:off x="812057" y="1964291"/>
            <a:ext cx="967824" cy="708721"/>
          </a:xfrm>
          <a:prstGeom prst="rect">
            <a:avLst/>
          </a:prstGeom>
          <a:ln w="19050">
            <a:solidFill>
              <a:srgbClr val="70AD47"/>
            </a:solidFill>
          </a:ln>
        </p:spPr>
      </p:pic>
      <p:pic>
        <p:nvPicPr>
          <p:cNvPr id="5" name="Picture 4">
            <a:extLst>
              <a:ext uri="{FF2B5EF4-FFF2-40B4-BE49-F238E27FC236}">
                <a16:creationId xmlns:a16="http://schemas.microsoft.com/office/drawing/2014/main" id="{195090E0-DD3F-AE9A-E4C2-6DAABEE5FD43}"/>
              </a:ext>
            </a:extLst>
          </p:cNvPr>
          <p:cNvPicPr>
            <a:picLocks noChangeAspect="1"/>
          </p:cNvPicPr>
          <p:nvPr/>
        </p:nvPicPr>
        <p:blipFill>
          <a:blip r:embed="rId3"/>
          <a:stretch>
            <a:fillRect/>
          </a:stretch>
        </p:blipFill>
        <p:spPr>
          <a:xfrm>
            <a:off x="8520695" y="5161957"/>
            <a:ext cx="975445" cy="662997"/>
          </a:xfrm>
          <a:prstGeom prst="rect">
            <a:avLst/>
          </a:prstGeom>
          <a:ln w="19050">
            <a:solidFill>
              <a:srgbClr val="70AD47"/>
            </a:solidFill>
          </a:ln>
        </p:spPr>
      </p:pic>
      <p:sp>
        <p:nvSpPr>
          <p:cNvPr id="6" name="TextBox 5">
            <a:extLst>
              <a:ext uri="{FF2B5EF4-FFF2-40B4-BE49-F238E27FC236}">
                <a16:creationId xmlns:a16="http://schemas.microsoft.com/office/drawing/2014/main" id="{E6BE135A-DFD7-C0E4-F45F-5FCBD2DD2BC9}"/>
              </a:ext>
            </a:extLst>
          </p:cNvPr>
          <p:cNvSpPr txBox="1"/>
          <p:nvPr/>
        </p:nvSpPr>
        <p:spPr>
          <a:xfrm>
            <a:off x="2527782" y="1780042"/>
            <a:ext cx="1702675" cy="1077218"/>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s-ES" sz="1600" dirty="0">
                <a:latin typeface="PT Sans Narrow" panose="020B0506020203020204" pitchFamily="34" charset="0"/>
              </a:rPr>
              <a:t>Adquirir las competencias en investigación formativa.</a:t>
            </a:r>
            <a:endParaRPr lang="es-CO" sz="1600" i="1" dirty="0">
              <a:latin typeface="PT Sans Narrow" panose="020B0506020203020204" pitchFamily="34" charset="0"/>
            </a:endParaRPr>
          </a:p>
        </p:txBody>
      </p:sp>
      <p:sp>
        <p:nvSpPr>
          <p:cNvPr id="8" name="TextBox 7">
            <a:extLst>
              <a:ext uri="{FF2B5EF4-FFF2-40B4-BE49-F238E27FC236}">
                <a16:creationId xmlns:a16="http://schemas.microsoft.com/office/drawing/2014/main" id="{11FBAE57-F5DD-7C8D-921F-549D658C482D}"/>
              </a:ext>
            </a:extLst>
          </p:cNvPr>
          <p:cNvSpPr txBox="1"/>
          <p:nvPr/>
        </p:nvSpPr>
        <p:spPr>
          <a:xfrm>
            <a:off x="4978358" y="1533821"/>
            <a:ext cx="2869324" cy="1569660"/>
          </a:xfrm>
          <a:prstGeom prst="rect">
            <a:avLst/>
          </a:prstGeom>
          <a:ln w="19050"/>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s-ES" sz="1600" dirty="0">
                <a:effectLst/>
                <a:latin typeface="PT Sans Narrow" panose="020B0506020203020204" pitchFamily="34" charset="0"/>
                <a:ea typeface="Arial" panose="020B0604020202020204" pitchFamily="34" charset="0"/>
              </a:rPr>
              <a:t>Pasos necesarios en el planteamiento de una </a:t>
            </a:r>
            <a:r>
              <a:rPr lang="es-ES" sz="1600" b="1" dirty="0">
                <a:effectLst/>
                <a:latin typeface="PT Sans Narrow" panose="020B0506020203020204" pitchFamily="34" charset="0"/>
                <a:ea typeface="Arial" panose="020B0604020202020204" pitchFamily="34" charset="0"/>
              </a:rPr>
              <a:t>propuesta de trabajo de grado </a:t>
            </a:r>
            <a:r>
              <a:rPr lang="es-ES" sz="1600" dirty="0">
                <a:effectLst/>
                <a:latin typeface="PT Sans Narrow" panose="020B0506020203020204" pitchFamily="34" charset="0"/>
                <a:ea typeface="Arial" panose="020B0604020202020204" pitchFamily="34" charset="0"/>
              </a:rPr>
              <a:t>que incluyan los </a:t>
            </a:r>
            <a:r>
              <a:rPr lang="es-ES" sz="1600" b="1" dirty="0">
                <a:effectLst/>
                <a:latin typeface="PT Sans Narrow" panose="020B0506020203020204" pitchFamily="34" charset="0"/>
                <a:ea typeface="Arial" panose="020B0604020202020204" pitchFamily="34" charset="0"/>
              </a:rPr>
              <a:t>objetivos</a:t>
            </a:r>
            <a:r>
              <a:rPr lang="es-ES" sz="1600" dirty="0">
                <a:effectLst/>
                <a:latin typeface="PT Sans Narrow" panose="020B0506020203020204" pitchFamily="34" charset="0"/>
                <a:ea typeface="Arial" panose="020B0604020202020204" pitchFamily="34" charset="0"/>
              </a:rPr>
              <a:t>, la </a:t>
            </a:r>
            <a:r>
              <a:rPr lang="es-ES" sz="1600" b="1" dirty="0">
                <a:effectLst/>
                <a:latin typeface="PT Sans Narrow" panose="020B0506020203020204" pitchFamily="34" charset="0"/>
                <a:ea typeface="Arial" panose="020B0604020202020204" pitchFamily="34" charset="0"/>
              </a:rPr>
              <a:t>metodología</a:t>
            </a:r>
            <a:r>
              <a:rPr lang="es-ES" sz="1600" dirty="0">
                <a:effectLst/>
                <a:latin typeface="PT Sans Narrow" panose="020B0506020203020204" pitchFamily="34" charset="0"/>
                <a:ea typeface="Arial" panose="020B0604020202020204" pitchFamily="34" charset="0"/>
              </a:rPr>
              <a:t>, el tiempo que tomará el proyecto y los posibles entregables del mismo.</a:t>
            </a:r>
            <a:endParaRPr lang="es-CO" sz="1600" dirty="0">
              <a:latin typeface="PT Sans Narrow" panose="020B0506020203020204" pitchFamily="34" charset="0"/>
            </a:endParaRPr>
          </a:p>
        </p:txBody>
      </p:sp>
      <p:sp>
        <p:nvSpPr>
          <p:cNvPr id="10" name="TextBox 9">
            <a:extLst>
              <a:ext uri="{FF2B5EF4-FFF2-40B4-BE49-F238E27FC236}">
                <a16:creationId xmlns:a16="http://schemas.microsoft.com/office/drawing/2014/main" id="{AC0096E5-CB2A-3F93-86C0-338888145681}"/>
              </a:ext>
            </a:extLst>
          </p:cNvPr>
          <p:cNvSpPr txBox="1"/>
          <p:nvPr/>
        </p:nvSpPr>
        <p:spPr>
          <a:xfrm>
            <a:off x="8794398" y="548108"/>
            <a:ext cx="2449567" cy="738664"/>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s-CO" sz="1400" dirty="0">
                <a:latin typeface="PT Sans Narrow" panose="020B0506020203020204" pitchFamily="34" charset="0"/>
              </a:rPr>
              <a:t>Identificar, formular y reconocer problemática o necesidad desde su campo disciplinar</a:t>
            </a:r>
            <a:r>
              <a:rPr lang="es-ES" sz="1400" dirty="0">
                <a:latin typeface="PT Sans Narrow" panose="020B0506020203020204" pitchFamily="34" charset="0"/>
              </a:rPr>
              <a:t>.</a:t>
            </a:r>
            <a:endParaRPr lang="es-CO" sz="1400" i="1" dirty="0">
              <a:latin typeface="PT Sans Narrow" panose="020B0506020203020204" pitchFamily="34" charset="0"/>
            </a:endParaRPr>
          </a:p>
        </p:txBody>
      </p:sp>
      <p:sp>
        <p:nvSpPr>
          <p:cNvPr id="11" name="TextBox 10">
            <a:extLst>
              <a:ext uri="{FF2B5EF4-FFF2-40B4-BE49-F238E27FC236}">
                <a16:creationId xmlns:a16="http://schemas.microsoft.com/office/drawing/2014/main" id="{EB9C41A0-04F7-010F-DC76-34BBDE930593}"/>
              </a:ext>
            </a:extLst>
          </p:cNvPr>
          <p:cNvSpPr txBox="1"/>
          <p:nvPr/>
        </p:nvSpPr>
        <p:spPr>
          <a:xfrm>
            <a:off x="8794399" y="1843748"/>
            <a:ext cx="2449567" cy="954107"/>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wrap="square" rtlCol="0">
            <a:spAutoFit/>
          </a:bodyPr>
          <a:lstStyle>
            <a:defPPr>
              <a:defRPr lang="es-ES"/>
            </a:defPPr>
            <a:lvl1pPr algn="ctr">
              <a:defRPr sz="1400">
                <a:latin typeface="PT Sans Narrow" panose="020B0506020203020204" pitchFamily="34" charset="0"/>
              </a:defRPr>
            </a:lvl1pPr>
          </a:lstStyle>
          <a:p>
            <a:r>
              <a:rPr lang="es-CO" dirty="0"/>
              <a:t>Construir una metodología y analizar información de acuerdo con el problema de investigación establecido</a:t>
            </a:r>
            <a:r>
              <a:rPr lang="es-ES" dirty="0"/>
              <a:t>.</a:t>
            </a:r>
            <a:endParaRPr lang="es-CO" dirty="0"/>
          </a:p>
        </p:txBody>
      </p:sp>
      <p:sp>
        <p:nvSpPr>
          <p:cNvPr id="12" name="TextBox 11">
            <a:extLst>
              <a:ext uri="{FF2B5EF4-FFF2-40B4-BE49-F238E27FC236}">
                <a16:creationId xmlns:a16="http://schemas.microsoft.com/office/drawing/2014/main" id="{965DB859-C14B-F9CF-F01A-A53042CD0A18}"/>
              </a:ext>
            </a:extLst>
          </p:cNvPr>
          <p:cNvSpPr txBox="1"/>
          <p:nvPr/>
        </p:nvSpPr>
        <p:spPr>
          <a:xfrm>
            <a:off x="8794398" y="3353850"/>
            <a:ext cx="2449567" cy="954107"/>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wrap="square" rtlCol="0">
            <a:spAutoFit/>
          </a:bodyPr>
          <a:lstStyle>
            <a:defPPr>
              <a:defRPr lang="es-ES"/>
            </a:defPPr>
            <a:lvl1pPr algn="ctr">
              <a:defRPr sz="1400">
                <a:latin typeface="PT Sans Narrow" panose="020B0506020203020204" pitchFamily="34" charset="0"/>
              </a:defRPr>
            </a:lvl1pPr>
          </a:lstStyle>
          <a:p>
            <a:r>
              <a:rPr lang="es-CO" dirty="0"/>
              <a:t>Desarrollar y sustentar una propuesta para dar solución desde su campo disciplinar a través de un documento guía</a:t>
            </a:r>
            <a:r>
              <a:rPr lang="es-ES" dirty="0"/>
              <a:t>.</a:t>
            </a:r>
            <a:endParaRPr lang="es-CO" dirty="0"/>
          </a:p>
        </p:txBody>
      </p:sp>
      <p:cxnSp>
        <p:nvCxnSpPr>
          <p:cNvPr id="14" name="Straight Arrow Connector 13">
            <a:extLst>
              <a:ext uri="{FF2B5EF4-FFF2-40B4-BE49-F238E27FC236}">
                <a16:creationId xmlns:a16="http://schemas.microsoft.com/office/drawing/2014/main" id="{D88B78BA-DDB0-3B44-1449-03861D092FF2}"/>
              </a:ext>
            </a:extLst>
          </p:cNvPr>
          <p:cNvCxnSpPr>
            <a:stCxn id="3" idx="3"/>
            <a:endCxn id="6" idx="1"/>
          </p:cNvCxnSpPr>
          <p:nvPr/>
        </p:nvCxnSpPr>
        <p:spPr>
          <a:xfrm flipV="1">
            <a:off x="1779881" y="2318651"/>
            <a:ext cx="747901" cy="1"/>
          </a:xfrm>
          <a:prstGeom prst="straightConnector1">
            <a:avLst/>
          </a:prstGeom>
          <a:ln w="19050">
            <a:solidFill>
              <a:srgbClr val="70AD47"/>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A7A61D4-4D86-4C5B-0309-20CB4A81507C}"/>
              </a:ext>
            </a:extLst>
          </p:cNvPr>
          <p:cNvCxnSpPr>
            <a:cxnSpLocks/>
            <a:stCxn id="6" idx="3"/>
            <a:endCxn id="8" idx="1"/>
          </p:cNvCxnSpPr>
          <p:nvPr/>
        </p:nvCxnSpPr>
        <p:spPr>
          <a:xfrm>
            <a:off x="4230457" y="2318651"/>
            <a:ext cx="747901" cy="0"/>
          </a:xfrm>
          <a:prstGeom prst="straightConnector1">
            <a:avLst/>
          </a:prstGeom>
          <a:ln w="19050">
            <a:solidFill>
              <a:srgbClr val="70AD47"/>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788573D6-19E5-090F-88ED-6F5CE1C6657B}"/>
              </a:ext>
            </a:extLst>
          </p:cNvPr>
          <p:cNvCxnSpPr>
            <a:cxnSpLocks/>
            <a:stCxn id="8" idx="3"/>
            <a:endCxn id="10" idx="1"/>
          </p:cNvCxnSpPr>
          <p:nvPr/>
        </p:nvCxnSpPr>
        <p:spPr>
          <a:xfrm flipV="1">
            <a:off x="7847682" y="917440"/>
            <a:ext cx="946716" cy="1401211"/>
          </a:xfrm>
          <a:prstGeom prst="bentConnector3">
            <a:avLst/>
          </a:prstGeom>
          <a:ln w="19050">
            <a:solidFill>
              <a:srgbClr val="70AD47"/>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028A232A-8B1B-D250-3D9D-3D6245E1F46A}"/>
              </a:ext>
            </a:extLst>
          </p:cNvPr>
          <p:cNvCxnSpPr>
            <a:cxnSpLocks/>
            <a:stCxn id="8" idx="3"/>
            <a:endCxn id="11" idx="1"/>
          </p:cNvCxnSpPr>
          <p:nvPr/>
        </p:nvCxnSpPr>
        <p:spPr>
          <a:xfrm>
            <a:off x="7847682" y="2318651"/>
            <a:ext cx="946717" cy="2151"/>
          </a:xfrm>
          <a:prstGeom prst="bentConnector3">
            <a:avLst>
              <a:gd name="adj1" fmla="val 50000"/>
            </a:avLst>
          </a:prstGeom>
          <a:ln w="19050">
            <a:solidFill>
              <a:srgbClr val="70AD47"/>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9BF267E4-02C3-0B30-3534-12F46E80A319}"/>
              </a:ext>
            </a:extLst>
          </p:cNvPr>
          <p:cNvCxnSpPr>
            <a:cxnSpLocks/>
            <a:stCxn id="8" idx="3"/>
            <a:endCxn id="12" idx="1"/>
          </p:cNvCxnSpPr>
          <p:nvPr/>
        </p:nvCxnSpPr>
        <p:spPr>
          <a:xfrm>
            <a:off x="7847682" y="2318651"/>
            <a:ext cx="946716" cy="1512253"/>
          </a:xfrm>
          <a:prstGeom prst="bentConnector3">
            <a:avLst>
              <a:gd name="adj1" fmla="val 50000"/>
            </a:avLst>
          </a:prstGeom>
          <a:ln w="19050">
            <a:solidFill>
              <a:srgbClr val="70AD47"/>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ight Brace 26">
            <a:extLst>
              <a:ext uri="{FF2B5EF4-FFF2-40B4-BE49-F238E27FC236}">
                <a16:creationId xmlns:a16="http://schemas.microsoft.com/office/drawing/2014/main" id="{A6F6BD24-F9A5-E69A-7485-AB27E764F4DA}"/>
              </a:ext>
            </a:extLst>
          </p:cNvPr>
          <p:cNvSpPr/>
          <p:nvPr/>
        </p:nvSpPr>
        <p:spPr>
          <a:xfrm rot="5400000">
            <a:off x="5602468" y="-858653"/>
            <a:ext cx="708721" cy="11199826"/>
          </a:xfrm>
          <a:prstGeom prst="rightBrace">
            <a:avLst>
              <a:gd name="adj1" fmla="val 170587"/>
              <a:gd name="adj2" fmla="val 50619"/>
            </a:avLst>
          </a:prstGeom>
          <a:ln w="28575">
            <a:solidFill>
              <a:srgbClr val="70AD4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8" name="TextBox 27">
            <a:extLst>
              <a:ext uri="{FF2B5EF4-FFF2-40B4-BE49-F238E27FC236}">
                <a16:creationId xmlns:a16="http://schemas.microsoft.com/office/drawing/2014/main" id="{F79B6BBD-DC0D-E3F9-296D-52DD09990BAA}"/>
              </a:ext>
            </a:extLst>
          </p:cNvPr>
          <p:cNvSpPr txBox="1"/>
          <p:nvPr/>
        </p:nvSpPr>
        <p:spPr>
          <a:xfrm>
            <a:off x="4630752" y="5324179"/>
            <a:ext cx="2652152"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s-ES" sz="1600" dirty="0">
                <a:latin typeface="PT Sans Narrow" panose="020B0506020203020204" pitchFamily="34" charset="0"/>
              </a:rPr>
              <a:t>Anteproyecto de grado.</a:t>
            </a:r>
            <a:endParaRPr lang="es-CO" sz="1600" i="1" dirty="0">
              <a:latin typeface="PT Sans Narrow" panose="020B0506020203020204" pitchFamily="34" charset="0"/>
            </a:endParaRPr>
          </a:p>
        </p:txBody>
      </p:sp>
      <p:cxnSp>
        <p:nvCxnSpPr>
          <p:cNvPr id="29" name="Straight Arrow Connector 28">
            <a:extLst>
              <a:ext uri="{FF2B5EF4-FFF2-40B4-BE49-F238E27FC236}">
                <a16:creationId xmlns:a16="http://schemas.microsoft.com/office/drawing/2014/main" id="{B8BEF33C-BF3A-97FD-1571-DA63467BCBA8}"/>
              </a:ext>
            </a:extLst>
          </p:cNvPr>
          <p:cNvCxnSpPr>
            <a:cxnSpLocks/>
            <a:stCxn id="28" idx="3"/>
            <a:endCxn id="5" idx="1"/>
          </p:cNvCxnSpPr>
          <p:nvPr/>
        </p:nvCxnSpPr>
        <p:spPr>
          <a:xfrm>
            <a:off x="7282904" y="5493456"/>
            <a:ext cx="1237791" cy="0"/>
          </a:xfrm>
          <a:prstGeom prst="straightConnector1">
            <a:avLst/>
          </a:prstGeom>
          <a:ln w="19050">
            <a:solidFill>
              <a:srgbClr val="70AD47"/>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2185B03-1E94-1FE9-FC68-F47C03722147}"/>
              </a:ext>
            </a:extLst>
          </p:cNvPr>
          <p:cNvSpPr txBox="1"/>
          <p:nvPr/>
        </p:nvSpPr>
        <p:spPr>
          <a:xfrm>
            <a:off x="10062013" y="5077956"/>
            <a:ext cx="1343835" cy="830997"/>
          </a:xfrm>
          <a:prstGeom prst="rect">
            <a:avLst/>
          </a:prstGeom>
          <a:ln w="19050">
            <a:prstDash val="sysDash"/>
          </a:ln>
        </p:spPr>
        <p:style>
          <a:lnRef idx="2">
            <a:schemeClr val="accent6"/>
          </a:lnRef>
          <a:fillRef idx="1">
            <a:schemeClr val="lt1"/>
          </a:fillRef>
          <a:effectRef idx="0">
            <a:schemeClr val="accent6"/>
          </a:effectRef>
          <a:fontRef idx="minor">
            <a:schemeClr val="dk1"/>
          </a:fontRef>
        </p:style>
        <p:txBody>
          <a:bodyPr wrap="square" rtlCol="0">
            <a:spAutoFit/>
          </a:bodyPr>
          <a:lstStyle>
            <a:defPPr>
              <a:defRPr lang="es-ES"/>
            </a:defPPr>
            <a:lvl1pPr algn="ctr">
              <a:defRPr sz="1400">
                <a:latin typeface="PT Sans Narrow" panose="020B0506020203020204" pitchFamily="34" charset="0"/>
              </a:defRPr>
            </a:lvl1pPr>
          </a:lstStyle>
          <a:p>
            <a:pPr marL="171450" indent="-171450" algn="just">
              <a:buFont typeface="Arial" panose="020B0604020202020204" pitchFamily="34" charset="0"/>
              <a:buChar char="•"/>
            </a:pPr>
            <a:r>
              <a:rPr lang="es-CO" sz="1200" noProof="0" dirty="0"/>
              <a:t>Trabajo de grado.</a:t>
            </a:r>
          </a:p>
          <a:p>
            <a:pPr marL="171450" indent="-171450" algn="just">
              <a:buFont typeface="Arial" panose="020B0604020202020204" pitchFamily="34" charset="0"/>
              <a:buChar char="•"/>
            </a:pPr>
            <a:r>
              <a:rPr lang="es-CO" sz="1200" noProof="0" dirty="0"/>
              <a:t>Pasantía de investigación.</a:t>
            </a:r>
          </a:p>
          <a:p>
            <a:pPr marL="171450" indent="-171450" algn="just">
              <a:buFont typeface="Arial" panose="020B0604020202020204" pitchFamily="34" charset="0"/>
              <a:buChar char="•"/>
            </a:pPr>
            <a:r>
              <a:rPr lang="es-CO" sz="1200" u="sng" noProof="0" dirty="0"/>
              <a:t>Coterminales</a:t>
            </a:r>
          </a:p>
        </p:txBody>
      </p:sp>
      <p:cxnSp>
        <p:nvCxnSpPr>
          <p:cNvPr id="33" name="Straight Arrow Connector 32">
            <a:extLst>
              <a:ext uri="{FF2B5EF4-FFF2-40B4-BE49-F238E27FC236}">
                <a16:creationId xmlns:a16="http://schemas.microsoft.com/office/drawing/2014/main" id="{F735FC54-4C1C-7FFE-5ADC-60EC5E2D5307}"/>
              </a:ext>
            </a:extLst>
          </p:cNvPr>
          <p:cNvCxnSpPr>
            <a:cxnSpLocks/>
            <a:stCxn id="5" idx="3"/>
            <a:endCxn id="32" idx="1"/>
          </p:cNvCxnSpPr>
          <p:nvPr/>
        </p:nvCxnSpPr>
        <p:spPr>
          <a:xfrm flipV="1">
            <a:off x="9496140" y="5493455"/>
            <a:ext cx="565873" cy="1"/>
          </a:xfrm>
          <a:prstGeom prst="straightConnector1">
            <a:avLst/>
          </a:prstGeom>
          <a:ln w="19050">
            <a:solidFill>
              <a:srgbClr val="70AD47"/>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65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50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nodeType="withEffect">
                                  <p:stCondLst>
                                    <p:cond delay="0"/>
                                  </p:stCondLst>
                                  <p:childTnLst>
                                    <p:set>
                                      <p:cBhvr>
                                        <p:cTn id="62" dur="1" fill="hold">
                                          <p:stCondLst>
                                            <p:cond delay="0"/>
                                          </p:stCondLst>
                                        </p:cTn>
                                        <p:tgtEl>
                                          <p:spTgt spid="5"/>
                                        </p:tgtEl>
                                        <p:attrNameLst>
                                          <p:attrName>style.visibility</p:attrName>
                                        </p:attrNameLst>
                                      </p:cBhvr>
                                      <p:to>
                                        <p:strVal val="visible"/>
                                      </p:to>
                                    </p:set>
                                    <p:animEffect transition="in" filter="fade">
                                      <p:cBhvr>
                                        <p:cTn id="63" dur="500"/>
                                        <p:tgtEl>
                                          <p:spTgt spid="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33"/>
                                        </p:tgtEl>
                                        <p:attrNameLst>
                                          <p:attrName>style.visibility</p:attrName>
                                        </p:attrNameLst>
                                      </p:cBhvr>
                                      <p:to>
                                        <p:strVal val="visible"/>
                                      </p:to>
                                    </p:set>
                                    <p:animEffect transition="in" filter="fade">
                                      <p:cBhvr>
                                        <p:cTn id="68" dur="500"/>
                                        <p:tgtEl>
                                          <p:spTgt spid="3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2" grpId="0" animBg="1"/>
      <p:bldP spid="27" grpId="0" animBg="1"/>
      <p:bldP spid="28"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endParaRPr lang="es-CO" dirty="0"/>
          </a:p>
          <a:p>
            <a:endParaRPr lang="es-CO" sz="2400" dirty="0"/>
          </a:p>
        </p:txBody>
      </p:sp>
      <p:sp>
        <p:nvSpPr>
          <p:cNvPr id="5" name="4 Marcador de número de diapositiva"/>
          <p:cNvSpPr>
            <a:spLocks noGrp="1"/>
          </p:cNvSpPr>
          <p:nvPr>
            <p:ph type="sldNum" sz="quarter" idx="12"/>
          </p:nvPr>
        </p:nvSpPr>
        <p:spPr/>
        <p:txBody>
          <a:bodyPr/>
          <a:lstStyle/>
          <a:p>
            <a:fld id="{9D4967DD-863E-4A56-97BF-D39D9EDA3423}" type="slidenum">
              <a:rPr lang="es-CO" smtClean="0"/>
              <a:t>4</a:t>
            </a:fld>
            <a:endParaRPr lang="es-CO" dirty="0"/>
          </a:p>
        </p:txBody>
      </p:sp>
      <p:sp>
        <p:nvSpPr>
          <p:cNvPr id="6" name="2 Marcador de contenido"/>
          <p:cNvSpPr txBox="1">
            <a:spLocks/>
          </p:cNvSpPr>
          <p:nvPr/>
        </p:nvSpPr>
        <p:spPr>
          <a:xfrm>
            <a:off x="1924052" y="1978025"/>
            <a:ext cx="8667747" cy="4351338"/>
          </a:xfrm>
          <a:prstGeom prst="rect">
            <a:avLst/>
          </a:prstGeom>
        </p:spPr>
        <p:txBody>
          <a:bodyPr vert="vert270" lIns="91440" tIns="45720" rIns="91440" bIns="45720" rtlCol="0">
            <a:normAutofit/>
          </a:bodyPr>
          <a:lstStyle>
            <a:lvl1pPr marL="171450" indent="-171450" algn="l" defTabSz="685800" rtl="0" eaLnBrk="1" latinLnBrk="0" hangingPunct="1">
              <a:lnSpc>
                <a:spcPct val="90000"/>
              </a:lnSpc>
              <a:spcBef>
                <a:spcPts val="750"/>
              </a:spcBef>
              <a:buFont typeface="Wingdings" panose="05000000000000000000" pitchFamily="2" charset="2"/>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1" algn="just"/>
            <a:endParaRPr lang="es-CO" sz="2100" dirty="0">
              <a:latin typeface="PT Sans Narrow" panose="020B0506020203020204" pitchFamily="34" charset="0"/>
            </a:endParaRPr>
          </a:p>
          <a:p>
            <a:pPr lvl="1" algn="just"/>
            <a:endParaRPr lang="es-CO" sz="2100" dirty="0">
              <a:latin typeface="PT Sans Narrow" panose="020B0506020203020204" pitchFamily="34" charset="0"/>
            </a:endParaRPr>
          </a:p>
          <a:p>
            <a:pPr lvl="1" algn="just"/>
            <a:r>
              <a:rPr lang="es-CO" sz="2100" dirty="0">
                <a:latin typeface="PT Sans Narrow" panose="020B0506020203020204" pitchFamily="34" charset="0"/>
              </a:rPr>
              <a:t>Actores en investigación</a:t>
            </a:r>
          </a:p>
          <a:p>
            <a:pPr lvl="2" algn="just"/>
            <a:endParaRPr lang="es-CO" sz="1950" dirty="0">
              <a:latin typeface="PT Sans Narrow" panose="020B0506020203020204" pitchFamily="34" charset="0"/>
            </a:endParaRPr>
          </a:p>
          <a:p>
            <a:pPr lvl="2" algn="just"/>
            <a:endParaRPr lang="es-CO" sz="1950" dirty="0">
              <a:latin typeface="PT Sans Narrow" panose="020B0506020203020204" pitchFamily="34" charset="0"/>
            </a:endParaRPr>
          </a:p>
          <a:p>
            <a:pPr lvl="2" algn="just"/>
            <a:endParaRPr lang="es-CO" sz="1950" dirty="0">
              <a:latin typeface="PT Sans Narrow" panose="020B0506020203020204" pitchFamily="34" charset="0"/>
            </a:endParaRPr>
          </a:p>
          <a:p>
            <a:pPr lvl="2" algn="just"/>
            <a:endParaRPr lang="es-CO" sz="1950" dirty="0">
              <a:latin typeface="PT Sans Narrow" panose="020B0506020203020204" pitchFamily="34" charset="0"/>
            </a:endParaRPr>
          </a:p>
          <a:p>
            <a:pPr lvl="2" algn="just"/>
            <a:endParaRPr lang="es-CO" sz="1950" dirty="0">
              <a:latin typeface="PT Sans Narrow" panose="020B0506020203020204" pitchFamily="34" charset="0"/>
            </a:endParaRPr>
          </a:p>
          <a:p>
            <a:pPr lvl="1" algn="just"/>
            <a:endParaRPr lang="es-CO" dirty="0">
              <a:latin typeface="PT Sans Narrow" panose="020B0506020203020204" pitchFamily="34" charset="0"/>
            </a:endParaRPr>
          </a:p>
          <a:p>
            <a:endParaRPr lang="es-CO" sz="2400" dirty="0">
              <a:latin typeface="PT Sans Narrow" panose="020B0506020203020204" pitchFamily="34" charset="0"/>
            </a:endParaRPr>
          </a:p>
        </p:txBody>
      </p:sp>
      <p:graphicFrame>
        <p:nvGraphicFramePr>
          <p:cNvPr id="7" name="6 Diagrama"/>
          <p:cNvGraphicFramePr/>
          <p:nvPr>
            <p:extLst>
              <p:ext uri="{D42A27DB-BD31-4B8C-83A1-F6EECF244321}">
                <p14:modId xmlns:p14="http://schemas.microsoft.com/office/powerpoint/2010/main" val="294018780"/>
              </p:ext>
            </p:extLst>
          </p:nvPr>
        </p:nvGraphicFramePr>
        <p:xfrm>
          <a:off x="3103726" y="212169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ítulo 7"/>
          <p:cNvSpPr>
            <a:spLocks noGrp="1"/>
          </p:cNvSpPr>
          <p:nvPr>
            <p:ph type="title"/>
          </p:nvPr>
        </p:nvSpPr>
        <p:spPr/>
        <p:txBody>
          <a:bodyPr/>
          <a:lstStyle/>
          <a:p>
            <a:pPr algn="ctr"/>
            <a:r>
              <a:rPr lang="es-CO" b="1" dirty="0">
                <a:solidFill>
                  <a:srgbClr val="0000CC"/>
                </a:solidFill>
                <a:latin typeface="PT Sans Narrow" panose="020B0506020203020204" pitchFamily="34" charset="0"/>
              </a:rPr>
              <a:t>Entes de investigación</a:t>
            </a:r>
            <a:endParaRPr lang="es-ES" b="1" dirty="0">
              <a:solidFill>
                <a:srgbClr val="0000CC"/>
              </a:solidFill>
              <a:latin typeface="PT Sans Narrow" panose="020B0506020203020204" pitchFamily="34" charset="0"/>
            </a:endParaRPr>
          </a:p>
        </p:txBody>
      </p:sp>
    </p:spTree>
    <p:extLst>
      <p:ext uri="{BB962C8B-B14F-4D97-AF65-F5344CB8AC3E}">
        <p14:creationId xmlns:p14="http://schemas.microsoft.com/office/powerpoint/2010/main" val="328823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algn="just"/>
            <a:endParaRPr lang="es-CO" dirty="0"/>
          </a:p>
          <a:p>
            <a:endParaRPr lang="es-CO" sz="2400" dirty="0"/>
          </a:p>
        </p:txBody>
      </p:sp>
      <p:sp>
        <p:nvSpPr>
          <p:cNvPr id="5" name="4 Marcador de número de diapositiva"/>
          <p:cNvSpPr>
            <a:spLocks noGrp="1"/>
          </p:cNvSpPr>
          <p:nvPr>
            <p:ph type="sldNum" sz="quarter" idx="12"/>
          </p:nvPr>
        </p:nvSpPr>
        <p:spPr/>
        <p:txBody>
          <a:bodyPr/>
          <a:lstStyle/>
          <a:p>
            <a:fld id="{9D4967DD-863E-4A56-97BF-D39D9EDA3423}" type="slidenum">
              <a:rPr lang="es-CO" smtClean="0"/>
              <a:t>5</a:t>
            </a:fld>
            <a:endParaRPr lang="es-CO" dirty="0"/>
          </a:p>
        </p:txBody>
      </p:sp>
      <p:sp>
        <p:nvSpPr>
          <p:cNvPr id="6" name="2 Marcador de contenido"/>
          <p:cNvSpPr txBox="1">
            <a:spLocks/>
          </p:cNvSpPr>
          <p:nvPr/>
        </p:nvSpPr>
        <p:spPr>
          <a:xfrm>
            <a:off x="2031946" y="1508431"/>
            <a:ext cx="8128107" cy="4351338"/>
          </a:xfrm>
          <a:prstGeom prst="rect">
            <a:avLst/>
          </a:prstGeom>
        </p:spPr>
        <p:txBody>
          <a:bodyPr vert="horz" lIns="91440" tIns="45720" rIns="91440" bIns="45720" rtlCol="0">
            <a:normAutofit fontScale="85000" lnSpcReduction="20000"/>
          </a:bodyPr>
          <a:lstStyle>
            <a:lvl1pPr marL="171450" indent="-171450" algn="l" defTabSz="685800" rtl="0" eaLnBrk="1" latinLnBrk="0" hangingPunct="1">
              <a:lnSpc>
                <a:spcPct val="90000"/>
              </a:lnSpc>
              <a:spcBef>
                <a:spcPts val="750"/>
              </a:spcBef>
              <a:buFont typeface="Wingdings" panose="05000000000000000000" pitchFamily="2" charset="2"/>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panose="05000000000000000000" pitchFamily="2" charset="2"/>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panose="05000000000000000000" pitchFamily="2" charset="2"/>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panose="05000000000000000000" pitchFamily="2" charset="2"/>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lvl="1" indent="0" algn="just">
              <a:buNone/>
            </a:pPr>
            <a:r>
              <a:rPr lang="es-CO" sz="3600" dirty="0">
                <a:latin typeface="PT Sans Narrow" panose="020B0506020203020204" pitchFamily="34" charset="0"/>
              </a:rPr>
              <a:t>Convocatorias:</a:t>
            </a:r>
          </a:p>
          <a:p>
            <a:pPr lvl="2" algn="just"/>
            <a:r>
              <a:rPr lang="es-CO" sz="3600" dirty="0">
                <a:latin typeface="PT Sans Narrow" panose="020B0506020203020204" pitchFamily="34" charset="0"/>
              </a:rPr>
              <a:t>Proyectos de investigación</a:t>
            </a:r>
          </a:p>
          <a:p>
            <a:pPr lvl="3" algn="just"/>
            <a:r>
              <a:rPr lang="es-CO" sz="3600" dirty="0">
                <a:latin typeface="PT Sans Narrow" panose="020B0506020203020204" pitchFamily="34" charset="0"/>
              </a:rPr>
              <a:t>En la FULL: Dirección de Investigaciones</a:t>
            </a:r>
          </a:p>
          <a:p>
            <a:pPr lvl="3" algn="just"/>
            <a:r>
              <a:rPr lang="es-CO" sz="3600" dirty="0">
                <a:latin typeface="PT Sans Narrow" panose="020B0506020203020204" pitchFamily="34" charset="0"/>
              </a:rPr>
              <a:t>En Colombia: Minciencias, regalías</a:t>
            </a:r>
          </a:p>
          <a:p>
            <a:pPr lvl="3" algn="just"/>
            <a:r>
              <a:rPr lang="es-CO" sz="3600" dirty="0">
                <a:latin typeface="PT Sans Narrow" panose="020B0506020203020204" pitchFamily="34" charset="0"/>
              </a:rPr>
              <a:t>En el mundo: BID *, CAF **, fundaciones, otros entes</a:t>
            </a:r>
          </a:p>
          <a:p>
            <a:pPr lvl="2" algn="just"/>
            <a:r>
              <a:rPr lang="es-CO" sz="3600" dirty="0">
                <a:latin typeface="PT Sans Narrow" panose="020B0506020203020204" pitchFamily="34" charset="0"/>
              </a:rPr>
              <a:t>Formación</a:t>
            </a:r>
          </a:p>
          <a:p>
            <a:pPr lvl="3" algn="just"/>
            <a:r>
              <a:rPr lang="es-CO" sz="3600" dirty="0">
                <a:latin typeface="PT Sans Narrow" panose="020B0506020203020204" pitchFamily="34" charset="0"/>
              </a:rPr>
              <a:t>Minciencias</a:t>
            </a:r>
          </a:p>
          <a:p>
            <a:pPr lvl="3" algn="just"/>
            <a:r>
              <a:rPr lang="es-CO" sz="3600" dirty="0">
                <a:latin typeface="PT Sans Narrow" panose="020B0506020203020204" pitchFamily="34" charset="0"/>
              </a:rPr>
              <a:t>Colfuturo</a:t>
            </a:r>
          </a:p>
          <a:p>
            <a:pPr lvl="3" algn="just"/>
            <a:r>
              <a:rPr lang="es-CO" sz="3600" dirty="0">
                <a:latin typeface="PT Sans Narrow" panose="020B0506020203020204" pitchFamily="34" charset="0"/>
              </a:rPr>
              <a:t>Universidades</a:t>
            </a:r>
          </a:p>
          <a:p>
            <a:pPr lvl="3" algn="just"/>
            <a:r>
              <a:rPr lang="es-CO" sz="3600" dirty="0">
                <a:latin typeface="PT Sans Narrow" panose="020B0506020203020204" pitchFamily="34" charset="0"/>
              </a:rPr>
              <a:t>Otros: fundaciones, otros entes</a:t>
            </a:r>
          </a:p>
          <a:p>
            <a:pPr lvl="1" algn="just"/>
            <a:endParaRPr lang="es-CO" dirty="0">
              <a:latin typeface="PT Sans Narrow" panose="020B0506020203020204" pitchFamily="34" charset="0"/>
            </a:endParaRPr>
          </a:p>
          <a:p>
            <a:endParaRPr lang="es-CO" sz="2400" dirty="0">
              <a:latin typeface="PT Sans Narrow" panose="020B0506020203020204" pitchFamily="34" charset="0"/>
            </a:endParaRPr>
          </a:p>
        </p:txBody>
      </p:sp>
      <p:sp>
        <p:nvSpPr>
          <p:cNvPr id="8" name="Título 7"/>
          <p:cNvSpPr>
            <a:spLocks noGrp="1"/>
          </p:cNvSpPr>
          <p:nvPr>
            <p:ph type="title"/>
          </p:nvPr>
        </p:nvSpPr>
        <p:spPr>
          <a:xfrm>
            <a:off x="838200" y="251613"/>
            <a:ext cx="10515600" cy="1325563"/>
          </a:xfrm>
        </p:spPr>
        <p:txBody>
          <a:bodyPr/>
          <a:lstStyle/>
          <a:p>
            <a:pPr algn="ctr"/>
            <a:r>
              <a:rPr lang="es-CO" b="1" dirty="0">
                <a:solidFill>
                  <a:srgbClr val="0000CC"/>
                </a:solidFill>
                <a:latin typeface="PT Sans Narrow" panose="020B0506020203020204" pitchFamily="34" charset="0"/>
              </a:rPr>
              <a:t>Entes de investigación</a:t>
            </a:r>
            <a:endParaRPr lang="es-ES" b="1" dirty="0">
              <a:solidFill>
                <a:srgbClr val="0000CC"/>
              </a:solidFill>
              <a:latin typeface="PT Sans Narrow" panose="020B0506020203020204" pitchFamily="34" charset="0"/>
            </a:endParaRPr>
          </a:p>
        </p:txBody>
      </p:sp>
      <p:sp>
        <p:nvSpPr>
          <p:cNvPr id="2" name="TextBox 1">
            <a:extLst>
              <a:ext uri="{FF2B5EF4-FFF2-40B4-BE49-F238E27FC236}">
                <a16:creationId xmlns:a16="http://schemas.microsoft.com/office/drawing/2014/main" id="{BD939192-FB50-4CD3-23C5-CC155F6E26FD}"/>
              </a:ext>
            </a:extLst>
          </p:cNvPr>
          <p:cNvSpPr txBox="1"/>
          <p:nvPr/>
        </p:nvSpPr>
        <p:spPr>
          <a:xfrm>
            <a:off x="2525177" y="5902192"/>
            <a:ext cx="4008053" cy="523220"/>
          </a:xfrm>
          <a:prstGeom prst="rect">
            <a:avLst/>
          </a:prstGeom>
          <a:noFill/>
        </p:spPr>
        <p:txBody>
          <a:bodyPr wrap="square" rtlCol="0">
            <a:spAutoFit/>
          </a:bodyPr>
          <a:lstStyle/>
          <a:p>
            <a:pPr algn="just"/>
            <a:r>
              <a:rPr lang="en-US" sz="1400" i="1" dirty="0">
                <a:latin typeface="PT Sans Narrow" panose="020B0506020203020204" pitchFamily="34" charset="0"/>
              </a:rPr>
              <a:t>* Banco Interamericano de Desarrollo</a:t>
            </a:r>
          </a:p>
          <a:p>
            <a:pPr algn="just"/>
            <a:r>
              <a:rPr lang="es-CO" sz="1400" i="1" dirty="0">
                <a:latin typeface="PT Sans Narrow" panose="020B0506020203020204" pitchFamily="34" charset="0"/>
              </a:rPr>
              <a:t>** Banco de desarrollo de América Latina y El Caribe</a:t>
            </a:r>
          </a:p>
        </p:txBody>
      </p:sp>
    </p:spTree>
    <p:extLst>
      <p:ext uri="{BB962C8B-B14F-4D97-AF65-F5344CB8AC3E}">
        <p14:creationId xmlns:p14="http://schemas.microsoft.com/office/powerpoint/2010/main" val="281637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91BAD68-D29F-0C19-688F-6FB780E4ED14}"/>
              </a:ext>
            </a:extLst>
          </p:cNvPr>
          <p:cNvPicPr>
            <a:picLocks noChangeAspect="1"/>
          </p:cNvPicPr>
          <p:nvPr/>
        </p:nvPicPr>
        <p:blipFill>
          <a:blip r:embed="rId2"/>
          <a:stretch>
            <a:fillRect/>
          </a:stretch>
        </p:blipFill>
        <p:spPr>
          <a:xfrm>
            <a:off x="1753135" y="1963003"/>
            <a:ext cx="8685727" cy="3436489"/>
          </a:xfrm>
          <a:prstGeom prst="rect">
            <a:avLst/>
          </a:prstGeom>
        </p:spPr>
      </p:pic>
      <p:sp>
        <p:nvSpPr>
          <p:cNvPr id="3" name="TextBox 2">
            <a:extLst>
              <a:ext uri="{FF2B5EF4-FFF2-40B4-BE49-F238E27FC236}">
                <a16:creationId xmlns:a16="http://schemas.microsoft.com/office/drawing/2014/main" id="{0B276E79-721C-C154-353B-47E056D4BBE5}"/>
              </a:ext>
            </a:extLst>
          </p:cNvPr>
          <p:cNvSpPr txBox="1"/>
          <p:nvPr/>
        </p:nvSpPr>
        <p:spPr>
          <a:xfrm>
            <a:off x="3048525" y="1095493"/>
            <a:ext cx="6094948" cy="369332"/>
          </a:xfrm>
          <a:prstGeom prst="rect">
            <a:avLst/>
          </a:prstGeom>
          <a:noFill/>
        </p:spPr>
        <p:txBody>
          <a:bodyPr wrap="square">
            <a:spAutoFit/>
          </a:bodyPr>
          <a:lstStyle/>
          <a:p>
            <a:pPr algn="ctr"/>
            <a:r>
              <a:rPr lang="es-CO" dirty="0">
                <a:hlinkClick r:id="rId3"/>
              </a:rPr>
              <a:t>Investigación - Fundación Universitaria Los libertadores</a:t>
            </a:r>
            <a:endParaRPr lang="es-CO" dirty="0"/>
          </a:p>
        </p:txBody>
      </p:sp>
    </p:spTree>
    <p:extLst>
      <p:ext uri="{BB962C8B-B14F-4D97-AF65-F5344CB8AC3E}">
        <p14:creationId xmlns:p14="http://schemas.microsoft.com/office/powerpoint/2010/main" val="1512704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9E8D9-6912-6E86-0D55-EB4E4FEB30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178B8E-77DD-92C9-706F-12D61110CA12}"/>
              </a:ext>
            </a:extLst>
          </p:cNvPr>
          <p:cNvSpPr>
            <a:spLocks noGrp="1"/>
          </p:cNvSpPr>
          <p:nvPr>
            <p:ph type="title"/>
          </p:nvPr>
        </p:nvSpPr>
        <p:spPr/>
        <p:txBody>
          <a:bodyPr>
            <a:normAutofit/>
          </a:bodyPr>
          <a:lstStyle/>
          <a:p>
            <a:pPr algn="ctr"/>
            <a:r>
              <a:rPr lang="es-ES" sz="4000" b="1" dirty="0">
                <a:solidFill>
                  <a:srgbClr val="0000CC"/>
                </a:solidFill>
                <a:latin typeface="PT Sans Narrow" panose="020B0506020203020204" pitchFamily="34" charset="0"/>
              </a:rPr>
              <a:t>¿QUÉ ES LA INVESTIGACIÓN?</a:t>
            </a:r>
          </a:p>
        </p:txBody>
      </p:sp>
      <p:sp>
        <p:nvSpPr>
          <p:cNvPr id="3" name="Marcador de contenido 2">
            <a:extLst>
              <a:ext uri="{FF2B5EF4-FFF2-40B4-BE49-F238E27FC236}">
                <a16:creationId xmlns:a16="http://schemas.microsoft.com/office/drawing/2014/main" id="{7C82FA03-BE87-477D-DF17-72D031B2ACEA}"/>
              </a:ext>
            </a:extLst>
          </p:cNvPr>
          <p:cNvSpPr>
            <a:spLocks noGrp="1"/>
          </p:cNvSpPr>
          <p:nvPr>
            <p:ph idx="1"/>
          </p:nvPr>
        </p:nvSpPr>
        <p:spPr>
          <a:xfrm>
            <a:off x="838200" y="1781492"/>
            <a:ext cx="10515600" cy="3295015"/>
          </a:xfrm>
        </p:spPr>
        <p:txBody>
          <a:bodyPr>
            <a:normAutofit/>
          </a:bodyPr>
          <a:lstStyle/>
          <a:p>
            <a:pPr algn="just"/>
            <a:r>
              <a:rPr lang="es-ES" sz="2400" dirty="0">
                <a:latin typeface="PT Sans Narrow" panose="020B0506020203020204" pitchFamily="34" charset="0"/>
              </a:rPr>
              <a:t>“el proceso que, utilizando el método científico, permite obtener nuevos conocimientos en el campo de la realidad social (investigación pura) o bien estudiar una situación para diagnosticar necesidades y problemas a efectos de aplicar los conocimientos con fines prácticos”.</a:t>
            </a:r>
          </a:p>
          <a:p>
            <a:pPr algn="just"/>
            <a:r>
              <a:rPr lang="es-ES" sz="2400" dirty="0">
                <a:latin typeface="PT Sans Narrow" panose="020B0506020203020204" pitchFamily="34" charset="0"/>
              </a:rPr>
              <a:t>“un procedimiento reflexivo, sistemático, controlado y crítico, que permite descubrir nuevos hechos o datos, relaciones o leyes, en cualquier campo del conocimiento humano” </a:t>
            </a:r>
            <a:r>
              <a:rPr lang="es-ES" sz="2400" i="1" dirty="0">
                <a:latin typeface="PT Sans Narrow" panose="020B0506020203020204" pitchFamily="34" charset="0"/>
              </a:rPr>
              <a:t>(Ander, 1995)</a:t>
            </a:r>
          </a:p>
          <a:p>
            <a:pPr algn="just"/>
            <a:r>
              <a:rPr lang="es-ES" sz="2400" dirty="0">
                <a:latin typeface="PT Sans Narrow" panose="020B0506020203020204" pitchFamily="34" charset="0"/>
              </a:rPr>
              <a:t>“una indagación o examen cuidadoso o crítico en la búsqueda de hechos o principios, una diligente pesquisa para averiguar algo” </a:t>
            </a:r>
            <a:r>
              <a:rPr lang="es-ES" sz="2400" i="1" dirty="0">
                <a:latin typeface="PT Sans Narrow" panose="020B0506020203020204" pitchFamily="34" charset="0"/>
              </a:rPr>
              <a:t>(</a:t>
            </a:r>
            <a:r>
              <a:rPr lang="es-ES" sz="2400" i="1" dirty="0" err="1">
                <a:latin typeface="PT Sans Narrow" panose="020B0506020203020204" pitchFamily="34" charset="0"/>
              </a:rPr>
              <a:t>Webster’s</a:t>
            </a:r>
            <a:r>
              <a:rPr lang="es-ES" sz="2400" i="1" dirty="0">
                <a:latin typeface="PT Sans Narrow" panose="020B0506020203020204" pitchFamily="34" charset="0"/>
              </a:rPr>
              <a:t> International </a:t>
            </a:r>
            <a:r>
              <a:rPr lang="es-ES" sz="2400" i="1" dirty="0" err="1">
                <a:latin typeface="PT Sans Narrow" panose="020B0506020203020204" pitchFamily="34" charset="0"/>
              </a:rPr>
              <a:t>Dictionary</a:t>
            </a:r>
            <a:r>
              <a:rPr lang="es-ES" sz="2400" i="1" dirty="0">
                <a:latin typeface="PT Sans Narrow" panose="020B0506020203020204" pitchFamily="34" charset="0"/>
              </a:rPr>
              <a:t>)</a:t>
            </a:r>
          </a:p>
        </p:txBody>
      </p:sp>
    </p:spTree>
    <p:extLst>
      <p:ext uri="{BB962C8B-B14F-4D97-AF65-F5344CB8AC3E}">
        <p14:creationId xmlns:p14="http://schemas.microsoft.com/office/powerpoint/2010/main" val="886820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4000" b="1" dirty="0">
                <a:solidFill>
                  <a:srgbClr val="0000CC"/>
                </a:solidFill>
                <a:latin typeface="PT Sans Narrow" panose="020B0506020203020204" pitchFamily="34" charset="0"/>
              </a:rPr>
              <a:t>¿QUÉ ES LA INVESTIGACIÓN?</a:t>
            </a:r>
            <a:endParaRPr lang="es-ES" sz="4000" dirty="0">
              <a:latin typeface="PT Sans Narrow" panose="020B0506020203020204" pitchFamily="34" charset="0"/>
            </a:endParaRPr>
          </a:p>
        </p:txBody>
      </p:sp>
      <p:sp>
        <p:nvSpPr>
          <p:cNvPr id="3" name="Marcador de contenido 2"/>
          <p:cNvSpPr>
            <a:spLocks noGrp="1"/>
          </p:cNvSpPr>
          <p:nvPr>
            <p:ph idx="1"/>
          </p:nvPr>
        </p:nvSpPr>
        <p:spPr/>
        <p:txBody>
          <a:bodyPr>
            <a:normAutofit/>
          </a:bodyPr>
          <a:lstStyle/>
          <a:p>
            <a:pPr marL="0" indent="0">
              <a:buNone/>
            </a:pPr>
            <a:r>
              <a:rPr lang="es-ES" sz="2400" dirty="0">
                <a:latin typeface="PT Sans Narrow" panose="020B0506020203020204" pitchFamily="34" charset="0"/>
              </a:rPr>
              <a:t>Se basa en tres preguntas básicas:</a:t>
            </a:r>
          </a:p>
          <a:p>
            <a:pPr marL="0" indent="0">
              <a:buNone/>
            </a:pPr>
            <a:endParaRPr lang="es-ES" sz="2400" dirty="0">
              <a:latin typeface="PT Sans Narrow" panose="020B0506020203020204" pitchFamily="34" charset="0"/>
            </a:endParaRPr>
          </a:p>
          <a:p>
            <a:r>
              <a:rPr lang="es-ES" sz="2400" dirty="0">
                <a:latin typeface="PT Sans Narrow" panose="020B0506020203020204" pitchFamily="34" charset="0"/>
              </a:rPr>
              <a:t>¿</a:t>
            </a:r>
            <a:r>
              <a:rPr lang="es-ES" sz="2400" dirty="0">
                <a:solidFill>
                  <a:srgbClr val="0000CC"/>
                </a:solidFill>
                <a:latin typeface="PT Sans Narrow" panose="020B0506020203020204" pitchFamily="34" charset="0"/>
              </a:rPr>
              <a:t>Qué</a:t>
            </a:r>
            <a:r>
              <a:rPr lang="es-ES" sz="2400" dirty="0">
                <a:latin typeface="PT Sans Narrow" panose="020B0506020203020204" pitchFamily="34" charset="0"/>
              </a:rPr>
              <a:t> Investigar?		</a:t>
            </a:r>
            <a:r>
              <a:rPr lang="es-ES" sz="2400" dirty="0">
                <a:solidFill>
                  <a:srgbClr val="FF0000"/>
                </a:solidFill>
                <a:latin typeface="PT Sans Narrow" panose="020B0506020203020204" pitchFamily="34" charset="0"/>
              </a:rPr>
              <a:t>Selección de tema </a:t>
            </a:r>
            <a:r>
              <a:rPr lang="es-ES" sz="2400" dirty="0">
                <a:latin typeface="PT Sans Narrow" panose="020B0506020203020204" pitchFamily="34" charset="0"/>
              </a:rPr>
              <a:t>	</a:t>
            </a:r>
          </a:p>
          <a:p>
            <a:r>
              <a:rPr lang="es-ES" sz="2400" dirty="0">
                <a:latin typeface="PT Sans Narrow" panose="020B0506020203020204" pitchFamily="34" charset="0"/>
              </a:rPr>
              <a:t>¿</a:t>
            </a:r>
            <a:r>
              <a:rPr lang="es-ES" sz="2400" dirty="0">
                <a:solidFill>
                  <a:srgbClr val="0000CC"/>
                </a:solidFill>
                <a:latin typeface="PT Sans Narrow" panose="020B0506020203020204" pitchFamily="34" charset="0"/>
              </a:rPr>
              <a:t>Para qué </a:t>
            </a:r>
            <a:r>
              <a:rPr lang="es-ES" sz="2400" dirty="0">
                <a:latin typeface="PT Sans Narrow" panose="020B0506020203020204" pitchFamily="34" charset="0"/>
              </a:rPr>
              <a:t>Investigar?		</a:t>
            </a:r>
            <a:r>
              <a:rPr lang="es-ES" sz="2400" dirty="0">
                <a:solidFill>
                  <a:srgbClr val="FF0000"/>
                </a:solidFill>
                <a:latin typeface="PT Sans Narrow" panose="020B0506020203020204" pitchFamily="34" charset="0"/>
              </a:rPr>
              <a:t>Justificación </a:t>
            </a:r>
          </a:p>
          <a:p>
            <a:r>
              <a:rPr lang="es-ES" sz="2400" dirty="0">
                <a:latin typeface="PT Sans Narrow" panose="020B0506020203020204" pitchFamily="34" charset="0"/>
              </a:rPr>
              <a:t>¿</a:t>
            </a:r>
            <a:r>
              <a:rPr lang="es-ES" sz="2400" dirty="0">
                <a:solidFill>
                  <a:srgbClr val="0000CC"/>
                </a:solidFill>
                <a:latin typeface="PT Sans Narrow" panose="020B0506020203020204" pitchFamily="34" charset="0"/>
              </a:rPr>
              <a:t>Cómo</a:t>
            </a:r>
            <a:r>
              <a:rPr lang="es-ES" sz="2400" dirty="0">
                <a:latin typeface="PT Sans Narrow" panose="020B0506020203020204" pitchFamily="34" charset="0"/>
              </a:rPr>
              <a:t> investigar?		</a:t>
            </a:r>
            <a:r>
              <a:rPr lang="es-ES" sz="2400" dirty="0">
                <a:solidFill>
                  <a:srgbClr val="FF0000"/>
                </a:solidFill>
                <a:latin typeface="PT Sans Narrow" panose="020B0506020203020204" pitchFamily="34" charset="0"/>
              </a:rPr>
              <a:t>Metodología</a:t>
            </a:r>
          </a:p>
        </p:txBody>
      </p:sp>
    </p:spTree>
    <p:extLst>
      <p:ext uri="{BB962C8B-B14F-4D97-AF65-F5344CB8AC3E}">
        <p14:creationId xmlns:p14="http://schemas.microsoft.com/office/powerpoint/2010/main" val="3415120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4000" b="1" dirty="0">
                <a:solidFill>
                  <a:srgbClr val="0000CC"/>
                </a:solidFill>
                <a:latin typeface="PT Sans Narrow" panose="020B0506020203020204" pitchFamily="34" charset="0"/>
              </a:rPr>
              <a:t>TIPOS DE INVESTIGACIÓN SEGÚN SU APLICACIÓN</a:t>
            </a:r>
            <a:endParaRPr lang="es-ES" sz="4000" dirty="0">
              <a:solidFill>
                <a:srgbClr val="0000CC"/>
              </a:solidFill>
              <a:latin typeface="PT Sans Narrow" panose="020B0506020203020204" pitchFamily="34" charset="0"/>
            </a:endParaRPr>
          </a:p>
        </p:txBody>
      </p:sp>
      <p:sp>
        <p:nvSpPr>
          <p:cNvPr id="3" name="Marcador de contenido 2"/>
          <p:cNvSpPr>
            <a:spLocks noGrp="1"/>
          </p:cNvSpPr>
          <p:nvPr>
            <p:ph idx="1"/>
          </p:nvPr>
        </p:nvSpPr>
        <p:spPr/>
        <p:txBody>
          <a:bodyPr>
            <a:normAutofit/>
          </a:bodyPr>
          <a:lstStyle/>
          <a:p>
            <a:pPr marL="0" indent="0" algn="just">
              <a:buNone/>
            </a:pPr>
            <a:r>
              <a:rPr lang="es-ES" sz="2400" b="1" dirty="0">
                <a:latin typeface="PT Sans Narrow" panose="020B0506020203020204" pitchFamily="34" charset="0"/>
              </a:rPr>
              <a:t>PURAS</a:t>
            </a:r>
          </a:p>
          <a:p>
            <a:pPr algn="just"/>
            <a:r>
              <a:rPr lang="es-ES" sz="2400" dirty="0">
                <a:latin typeface="PT Sans Narrow" panose="020B0506020203020204" pitchFamily="34" charset="0"/>
              </a:rPr>
              <a:t>Contribuye a la ampliación del conocimiento científico, creando nuevas teorías o modificando las ya existentes. Son aquellas investigaciones que en el momento no se le ve una aplicación concreta, pero con el tiempo son empleados dichos conocimientos.</a:t>
            </a:r>
          </a:p>
          <a:p>
            <a:pPr algn="just"/>
            <a:endParaRPr lang="es-ES" sz="2400" dirty="0">
              <a:latin typeface="PT Sans Narrow" panose="020B0506020203020204" pitchFamily="34" charset="0"/>
            </a:endParaRPr>
          </a:p>
          <a:p>
            <a:pPr marL="0" indent="0" algn="just">
              <a:buNone/>
            </a:pPr>
            <a:r>
              <a:rPr lang="es-ES" sz="2400" b="1" dirty="0">
                <a:latin typeface="PT Sans Narrow" panose="020B0506020203020204" pitchFamily="34" charset="0"/>
              </a:rPr>
              <a:t>APLICADAS</a:t>
            </a:r>
          </a:p>
          <a:p>
            <a:pPr algn="just"/>
            <a:r>
              <a:rPr lang="es-ES" sz="2400" dirty="0">
                <a:latin typeface="PT Sans Narrow" panose="020B0506020203020204" pitchFamily="34" charset="0"/>
              </a:rPr>
              <a:t>Es la utilización de los conocimientos en la práctica, para aplicarlos, en la mayoría de los casos, en provecho de la sociedad. Buscan una utilización directa e inmediata. Pueden ser exploratorias, descriptivas y explicativas.</a:t>
            </a:r>
          </a:p>
        </p:txBody>
      </p:sp>
    </p:spTree>
    <p:extLst>
      <p:ext uri="{BB962C8B-B14F-4D97-AF65-F5344CB8AC3E}">
        <p14:creationId xmlns:p14="http://schemas.microsoft.com/office/powerpoint/2010/main" val="883224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4000" b="1" dirty="0">
                <a:solidFill>
                  <a:srgbClr val="0000CC"/>
                </a:solidFill>
                <a:latin typeface="PT Sans Narrow" panose="020B0506020203020204" pitchFamily="34" charset="0"/>
              </a:rPr>
              <a:t>INVESTIGACIÓN EXPLORATORIA</a:t>
            </a:r>
            <a:br>
              <a:rPr lang="es-ES" sz="4000" dirty="0">
                <a:latin typeface="PT Sans Narrow" panose="020B0506020203020204" pitchFamily="34" charset="0"/>
              </a:rPr>
            </a:br>
            <a:endParaRPr lang="es-ES" sz="4000" dirty="0">
              <a:latin typeface="PT Sans Narrow" panose="020B0506020203020204" pitchFamily="34" charset="0"/>
            </a:endParaRPr>
          </a:p>
        </p:txBody>
      </p:sp>
      <p:sp>
        <p:nvSpPr>
          <p:cNvPr id="3" name="Marcador de contenido 2"/>
          <p:cNvSpPr>
            <a:spLocks noGrp="1"/>
          </p:cNvSpPr>
          <p:nvPr>
            <p:ph idx="1"/>
          </p:nvPr>
        </p:nvSpPr>
        <p:spPr/>
        <p:txBody>
          <a:bodyPr>
            <a:normAutofit/>
          </a:bodyPr>
          <a:lstStyle/>
          <a:p>
            <a:pPr algn="just"/>
            <a:r>
              <a:rPr lang="es-ES" sz="2400" dirty="0">
                <a:latin typeface="PT Sans Narrow" panose="020B0506020203020204" pitchFamily="34" charset="0"/>
              </a:rPr>
              <a:t>Se origina cuando el tema no ha sido desarrollado, no ha sido suficientemente estudiado y no existe un campo teórico y cuando aún, sobre él, es difícil formular hipótesis precisas o de cierta generalidad.</a:t>
            </a:r>
          </a:p>
          <a:p>
            <a:pPr marL="0" indent="0" algn="just">
              <a:buNone/>
            </a:pPr>
            <a:endParaRPr lang="es-ES" sz="2400" dirty="0">
              <a:latin typeface="PT Sans Narrow" panose="020B0506020203020204" pitchFamily="34" charset="0"/>
            </a:endParaRPr>
          </a:p>
          <a:p>
            <a:pPr algn="just"/>
            <a:r>
              <a:rPr lang="es-ES" sz="2400" dirty="0">
                <a:latin typeface="PT Sans Narrow" panose="020B0506020203020204" pitchFamily="34" charset="0"/>
              </a:rPr>
              <a:t>Suele surgir también cuando aparece un nuevo fenómeno que, precisamente por su novedad, no admite todavía una descripción sistemática, o cuando los recursos de que dispone el investigador resultan insuficientes como para emprender un trabajo más profundo.</a:t>
            </a:r>
          </a:p>
        </p:txBody>
      </p:sp>
      <p:sp>
        <p:nvSpPr>
          <p:cNvPr id="4" name="Rectángulo 3"/>
          <p:cNvSpPr/>
          <p:nvPr/>
        </p:nvSpPr>
        <p:spPr>
          <a:xfrm>
            <a:off x="4855917" y="5942568"/>
            <a:ext cx="1853584" cy="369332"/>
          </a:xfrm>
          <a:prstGeom prst="rect">
            <a:avLst/>
          </a:prstGeom>
        </p:spPr>
        <p:txBody>
          <a:bodyPr wrap="none">
            <a:spAutoFit/>
          </a:bodyPr>
          <a:lstStyle/>
          <a:p>
            <a:r>
              <a:rPr lang="es-ES" b="1" i="1" dirty="0">
                <a:solidFill>
                  <a:srgbClr val="000000"/>
                </a:solidFill>
                <a:latin typeface="PT Sans Narrow" panose="020B0506020203020204" pitchFamily="34" charset="0"/>
              </a:rPr>
              <a:t>Jean De La </a:t>
            </a:r>
            <a:r>
              <a:rPr lang="es-ES" b="1" i="1" dirty="0" err="1">
                <a:solidFill>
                  <a:srgbClr val="000000"/>
                </a:solidFill>
                <a:latin typeface="PT Sans Narrow" panose="020B0506020203020204" pitchFamily="34" charset="0"/>
              </a:rPr>
              <a:t>Brouyere</a:t>
            </a:r>
            <a:endParaRPr lang="es-ES" dirty="0">
              <a:latin typeface="PT Sans Narrow" panose="020B0506020203020204" pitchFamily="34" charset="0"/>
            </a:endParaRPr>
          </a:p>
        </p:txBody>
      </p:sp>
    </p:spTree>
    <p:extLst>
      <p:ext uri="{BB962C8B-B14F-4D97-AF65-F5344CB8AC3E}">
        <p14:creationId xmlns:p14="http://schemas.microsoft.com/office/powerpoint/2010/main" val="3818171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4000" b="1" dirty="0">
                <a:solidFill>
                  <a:srgbClr val="0000CC"/>
                </a:solidFill>
                <a:latin typeface="PT Sans Narrow" panose="020B0506020203020204" pitchFamily="34" charset="0"/>
              </a:rPr>
              <a:t>INVESTIGACIÓN DESCRIPTIVA</a:t>
            </a:r>
            <a:endParaRPr lang="es-ES" sz="4000" dirty="0">
              <a:solidFill>
                <a:srgbClr val="0000CC"/>
              </a:solidFill>
              <a:latin typeface="PT Sans Narrow" panose="020B0506020203020204" pitchFamily="34" charset="0"/>
            </a:endParaRPr>
          </a:p>
        </p:txBody>
      </p:sp>
      <p:sp>
        <p:nvSpPr>
          <p:cNvPr id="3" name="Marcador de contenido 2"/>
          <p:cNvSpPr>
            <a:spLocks noGrp="1"/>
          </p:cNvSpPr>
          <p:nvPr>
            <p:ph idx="1"/>
          </p:nvPr>
        </p:nvSpPr>
        <p:spPr/>
        <p:txBody>
          <a:bodyPr>
            <a:normAutofit/>
          </a:bodyPr>
          <a:lstStyle/>
          <a:p>
            <a:pPr algn="just"/>
            <a:r>
              <a:rPr lang="es-ES" sz="2400" dirty="0">
                <a:latin typeface="PT Sans Narrow" panose="020B0506020203020204" pitchFamily="34" charset="0"/>
              </a:rPr>
              <a:t>Las investigaciones descriptivas utilizan criterios sistemáticos que permiten poner de manifiesto la estructura o el comportamiento de los fenómenos en estudio, proporcionando de ese modo información sistemática y comparable con la de otras fuentes.</a:t>
            </a:r>
          </a:p>
          <a:p>
            <a:pPr algn="just"/>
            <a:endParaRPr lang="es-ES" sz="2400" dirty="0">
              <a:latin typeface="PT Sans Narrow" panose="020B0506020203020204" pitchFamily="34" charset="0"/>
            </a:endParaRPr>
          </a:p>
          <a:p>
            <a:pPr algn="just"/>
            <a:r>
              <a:rPr lang="es-ES" sz="2400" dirty="0">
                <a:latin typeface="PT Sans Narrow" panose="020B0506020203020204" pitchFamily="34" charset="0"/>
              </a:rPr>
              <a:t>Sirven para analizar cómo es y cómo se manifiesta un fenómeno y sus componentes. Permiten detallar el fenómeno estudiado básicamente a través de la medición de uno o más de sus atributos.</a:t>
            </a:r>
          </a:p>
        </p:txBody>
      </p:sp>
      <p:sp>
        <p:nvSpPr>
          <p:cNvPr id="5" name="Rectángulo 3">
            <a:extLst>
              <a:ext uri="{FF2B5EF4-FFF2-40B4-BE49-F238E27FC236}">
                <a16:creationId xmlns:a16="http://schemas.microsoft.com/office/drawing/2014/main" id="{B8DBA05F-8AAC-759C-501C-5E2546A8C54B}"/>
              </a:ext>
            </a:extLst>
          </p:cNvPr>
          <p:cNvSpPr/>
          <p:nvPr/>
        </p:nvSpPr>
        <p:spPr>
          <a:xfrm>
            <a:off x="4855917" y="5942568"/>
            <a:ext cx="1853584" cy="369332"/>
          </a:xfrm>
          <a:prstGeom prst="rect">
            <a:avLst/>
          </a:prstGeom>
        </p:spPr>
        <p:txBody>
          <a:bodyPr wrap="none">
            <a:spAutoFit/>
          </a:bodyPr>
          <a:lstStyle/>
          <a:p>
            <a:r>
              <a:rPr lang="es-ES" b="1" i="1" dirty="0">
                <a:solidFill>
                  <a:srgbClr val="000000"/>
                </a:solidFill>
                <a:latin typeface="PT Sans Narrow" panose="020B0506020203020204" pitchFamily="34" charset="0"/>
              </a:rPr>
              <a:t>Jean De La </a:t>
            </a:r>
            <a:r>
              <a:rPr lang="es-ES" b="1" i="1" dirty="0" err="1">
                <a:solidFill>
                  <a:srgbClr val="000000"/>
                </a:solidFill>
                <a:latin typeface="PT Sans Narrow" panose="020B0506020203020204" pitchFamily="34" charset="0"/>
              </a:rPr>
              <a:t>Brouyere</a:t>
            </a:r>
            <a:endParaRPr lang="es-ES" dirty="0">
              <a:latin typeface="PT Sans Narrow" panose="020B0506020203020204" pitchFamily="34" charset="0"/>
            </a:endParaRPr>
          </a:p>
        </p:txBody>
      </p:sp>
    </p:spTree>
    <p:extLst>
      <p:ext uri="{BB962C8B-B14F-4D97-AF65-F5344CB8AC3E}">
        <p14:creationId xmlns:p14="http://schemas.microsoft.com/office/powerpoint/2010/main" val="2440499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ES" sz="4000" b="1" dirty="0">
                <a:solidFill>
                  <a:srgbClr val="0000CC"/>
                </a:solidFill>
                <a:latin typeface="PT Sans Narrow" panose="020B0506020203020204" pitchFamily="34" charset="0"/>
              </a:rPr>
              <a:t>INVESTIGACIÓN EXPLICATIVA</a:t>
            </a:r>
            <a:endParaRPr lang="es-ES" sz="4000" dirty="0">
              <a:solidFill>
                <a:srgbClr val="0000CC"/>
              </a:solidFill>
              <a:latin typeface="PT Sans Narrow" panose="020B0506020203020204" pitchFamily="34" charset="0"/>
            </a:endParaRPr>
          </a:p>
        </p:txBody>
      </p:sp>
      <p:sp>
        <p:nvSpPr>
          <p:cNvPr id="3" name="Marcador de contenido 2"/>
          <p:cNvSpPr>
            <a:spLocks noGrp="1"/>
          </p:cNvSpPr>
          <p:nvPr>
            <p:ph idx="1"/>
          </p:nvPr>
        </p:nvSpPr>
        <p:spPr>
          <a:xfrm>
            <a:off x="838200" y="1825625"/>
            <a:ext cx="10515600" cy="3219341"/>
          </a:xfrm>
        </p:spPr>
        <p:txBody>
          <a:bodyPr>
            <a:normAutofit/>
          </a:bodyPr>
          <a:lstStyle/>
          <a:p>
            <a:pPr algn="just"/>
            <a:r>
              <a:rPr lang="es-ES" sz="2400" dirty="0">
                <a:latin typeface="PT Sans Narrow" panose="020B0506020203020204" pitchFamily="34" charset="0"/>
              </a:rPr>
              <a:t>Se centra en determinar los orígenes o las causas de un determinado conjunto de fenómenos. Su objetivo, por lo tanto, es conocer por qué suceden ciertos hechos, analizando las relaciones causales existentes o, al menos, las condiciones en que ellos se producen.</a:t>
            </a:r>
          </a:p>
          <a:p>
            <a:pPr marL="0" indent="0" algn="just">
              <a:buNone/>
            </a:pPr>
            <a:endParaRPr lang="es-ES" sz="2400" dirty="0">
              <a:latin typeface="PT Sans Narrow" panose="020B0506020203020204" pitchFamily="34" charset="0"/>
            </a:endParaRPr>
          </a:p>
          <a:p>
            <a:pPr algn="just"/>
            <a:r>
              <a:rPr lang="es-ES" sz="2400" dirty="0">
                <a:latin typeface="PT Sans Narrow" panose="020B0506020203020204" pitchFamily="34" charset="0"/>
              </a:rPr>
              <a:t>Buscan encontrar las razones o causas que ocasionan ciertos fenómenos. Su objetivo último es explicar por qué ocurre un fenómeno y en que condiciones se da éste.</a:t>
            </a:r>
          </a:p>
        </p:txBody>
      </p:sp>
      <p:sp>
        <p:nvSpPr>
          <p:cNvPr id="5" name="Rectángulo 3">
            <a:extLst>
              <a:ext uri="{FF2B5EF4-FFF2-40B4-BE49-F238E27FC236}">
                <a16:creationId xmlns:a16="http://schemas.microsoft.com/office/drawing/2014/main" id="{977C6578-ADDF-A388-56AD-5A715F97FCC3}"/>
              </a:ext>
            </a:extLst>
          </p:cNvPr>
          <p:cNvSpPr/>
          <p:nvPr/>
        </p:nvSpPr>
        <p:spPr>
          <a:xfrm>
            <a:off x="4855917" y="5942568"/>
            <a:ext cx="1853584" cy="369332"/>
          </a:xfrm>
          <a:prstGeom prst="rect">
            <a:avLst/>
          </a:prstGeom>
        </p:spPr>
        <p:txBody>
          <a:bodyPr wrap="none">
            <a:spAutoFit/>
          </a:bodyPr>
          <a:lstStyle/>
          <a:p>
            <a:r>
              <a:rPr lang="es-ES" b="1" i="1" dirty="0">
                <a:solidFill>
                  <a:srgbClr val="000000"/>
                </a:solidFill>
                <a:latin typeface="PT Sans Narrow" panose="020B0506020203020204" pitchFamily="34" charset="0"/>
              </a:rPr>
              <a:t>Jean De La </a:t>
            </a:r>
            <a:r>
              <a:rPr lang="es-ES" b="1" i="1" dirty="0" err="1">
                <a:solidFill>
                  <a:srgbClr val="000000"/>
                </a:solidFill>
                <a:latin typeface="PT Sans Narrow" panose="020B0506020203020204" pitchFamily="34" charset="0"/>
              </a:rPr>
              <a:t>Brouyere</a:t>
            </a:r>
            <a:endParaRPr lang="es-ES" dirty="0">
              <a:latin typeface="PT Sans Narrow" panose="020B0506020203020204" pitchFamily="34" charset="0"/>
            </a:endParaRPr>
          </a:p>
        </p:txBody>
      </p:sp>
    </p:spTree>
    <p:extLst>
      <p:ext uri="{BB962C8B-B14F-4D97-AF65-F5344CB8AC3E}">
        <p14:creationId xmlns:p14="http://schemas.microsoft.com/office/powerpoint/2010/main" val="1469929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pPr algn="ctr" eaLnBrk="1" hangingPunct="1"/>
            <a:r>
              <a:rPr lang="es-ES_tradnl" altLang="es-CO" sz="4000" b="1" dirty="0">
                <a:solidFill>
                  <a:srgbClr val="0000CC"/>
                </a:solidFill>
                <a:latin typeface="PT Sans Narrow" panose="020B0506020203020204" pitchFamily="34" charset="0"/>
              </a:rPr>
              <a:t>EL CONOCIMIENTO CIENTÍFICO </a:t>
            </a:r>
            <a:endParaRPr lang="es-ES" altLang="es-CO" sz="4000" b="1" dirty="0">
              <a:solidFill>
                <a:srgbClr val="0000CC"/>
              </a:solidFill>
              <a:latin typeface="PT Sans Narrow" panose="020B0506020203020204" pitchFamily="34" charset="0"/>
            </a:endParaRPr>
          </a:p>
        </p:txBody>
      </p:sp>
      <p:sp>
        <p:nvSpPr>
          <p:cNvPr id="3075" name="Rectangle 3"/>
          <p:cNvSpPr>
            <a:spLocks noGrp="1" noChangeArrowheads="1"/>
          </p:cNvSpPr>
          <p:nvPr>
            <p:ph type="body" idx="1"/>
          </p:nvPr>
        </p:nvSpPr>
        <p:spPr/>
        <p:txBody>
          <a:bodyPr>
            <a:normAutofit/>
          </a:bodyPr>
          <a:lstStyle/>
          <a:p>
            <a:pPr algn="just" eaLnBrk="1" hangingPunct="1">
              <a:lnSpc>
                <a:spcPct val="80000"/>
              </a:lnSpc>
            </a:pPr>
            <a:r>
              <a:rPr lang="es-ES_tradnl" altLang="es-CO" sz="2400" dirty="0">
                <a:latin typeface="PT Sans Narrow" panose="020B0506020203020204" pitchFamily="34" charset="0"/>
              </a:rPr>
              <a:t>La actividad de conocer es un proceso  intelectual  por el cual se establece una relación  entre quien conoce  (actor) y el objeto conocido.</a:t>
            </a:r>
          </a:p>
          <a:p>
            <a:pPr algn="just" eaLnBrk="1" hangingPunct="1">
              <a:lnSpc>
                <a:spcPct val="80000"/>
              </a:lnSpc>
            </a:pPr>
            <a:r>
              <a:rPr lang="es-ES_tradnl" altLang="es-CO" sz="2400" dirty="0">
                <a:latin typeface="PT Sans Narrow" panose="020B0506020203020204" pitchFamily="34" charset="0"/>
              </a:rPr>
              <a:t>El conocimiento científico construye explicaciones acerca de la realidad por medio de procedimientos  o métodos  basados en la lógica, que le permita establecer leyes generales y explicaciones particulares de su objeto.</a:t>
            </a:r>
          </a:p>
          <a:p>
            <a:pPr algn="just" eaLnBrk="1" hangingPunct="1">
              <a:lnSpc>
                <a:spcPct val="80000"/>
              </a:lnSpc>
            </a:pPr>
            <a:r>
              <a:rPr lang="es-ES_tradnl" altLang="es-CO" sz="2400" dirty="0">
                <a:latin typeface="PT Sans Narrow" panose="020B0506020203020204" pitchFamily="34" charset="0"/>
              </a:rPr>
              <a:t>El concepto de ciencia se expresa  a partir  del conocimiento sistemático  que el hombre realiza sobre una realidad determinada.</a:t>
            </a:r>
            <a:endParaRPr lang="es-ES" altLang="es-CO" sz="2400" dirty="0">
              <a:latin typeface="PT Sans Narrow" panose="020B0506020203020204" pitchFamily="34" charset="0"/>
            </a:endParaRPr>
          </a:p>
        </p:txBody>
      </p:sp>
    </p:spTree>
    <p:extLst>
      <p:ext uri="{BB962C8B-B14F-4D97-AF65-F5344CB8AC3E}">
        <p14:creationId xmlns:p14="http://schemas.microsoft.com/office/powerpoint/2010/main" val="1692791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p:txBody>
          <a:bodyPr>
            <a:normAutofit/>
          </a:bodyPr>
          <a:lstStyle/>
          <a:p>
            <a:pPr marL="0" indent="0" algn="just" eaLnBrk="1" hangingPunct="1">
              <a:lnSpc>
                <a:spcPct val="80000"/>
              </a:lnSpc>
              <a:buNone/>
            </a:pPr>
            <a:r>
              <a:rPr lang="es-ES" altLang="es-CO" sz="2400" b="1" dirty="0">
                <a:latin typeface="PT Sans Narrow" panose="020B0506020203020204" pitchFamily="34" charset="0"/>
              </a:rPr>
              <a:t>Características de la Ciencia</a:t>
            </a:r>
          </a:p>
          <a:p>
            <a:pPr algn="just" eaLnBrk="1" hangingPunct="1">
              <a:lnSpc>
                <a:spcPct val="80000"/>
              </a:lnSpc>
            </a:pPr>
            <a:endParaRPr lang="es-ES" altLang="es-CO" sz="2400" dirty="0">
              <a:latin typeface="PT Sans Narrow" panose="020B0506020203020204" pitchFamily="34" charset="0"/>
            </a:endParaRPr>
          </a:p>
          <a:p>
            <a:pPr algn="just" eaLnBrk="1" hangingPunct="1">
              <a:lnSpc>
                <a:spcPct val="80000"/>
              </a:lnSpc>
            </a:pPr>
            <a:r>
              <a:rPr lang="es-ES" altLang="es-CO" sz="2400" dirty="0">
                <a:latin typeface="PT Sans Narrow" panose="020B0506020203020204" pitchFamily="34" charset="0"/>
              </a:rPr>
              <a:t>Que identifique las características, propiedades y relaciones de los objetos sobre los cuales se construyen las proposiciones teóricas.</a:t>
            </a:r>
          </a:p>
          <a:p>
            <a:pPr algn="just" eaLnBrk="1" hangingPunct="1">
              <a:lnSpc>
                <a:spcPct val="80000"/>
              </a:lnSpc>
            </a:pPr>
            <a:r>
              <a:rPr lang="es-ES" altLang="es-CO" sz="2400" dirty="0">
                <a:latin typeface="PT Sans Narrow" panose="020B0506020203020204" pitchFamily="34" charset="0"/>
              </a:rPr>
              <a:t>Uso del un lenguaje en la definición de las proposiciones.</a:t>
            </a:r>
          </a:p>
          <a:p>
            <a:pPr algn="just" eaLnBrk="1" hangingPunct="1">
              <a:lnSpc>
                <a:spcPct val="80000"/>
              </a:lnSpc>
            </a:pPr>
            <a:r>
              <a:rPr lang="es-ES" altLang="es-CO" sz="2400" dirty="0">
                <a:latin typeface="PT Sans Narrow" panose="020B0506020203020204" pitchFamily="34" charset="0"/>
              </a:rPr>
              <a:t>Que se apoye en la lógica para la construcción de la teoría.</a:t>
            </a:r>
          </a:p>
          <a:p>
            <a:pPr algn="just" eaLnBrk="1" hangingPunct="1">
              <a:lnSpc>
                <a:spcPct val="80000"/>
              </a:lnSpc>
            </a:pPr>
            <a:r>
              <a:rPr lang="es-ES" altLang="es-CO" sz="2400" dirty="0">
                <a:latin typeface="PT Sans Narrow" panose="020B0506020203020204" pitchFamily="34" charset="0"/>
              </a:rPr>
              <a:t>Que acuda al método científico en la validación de sus teorías (observación, experimentación, deducción, análisis, síntesis).</a:t>
            </a:r>
          </a:p>
        </p:txBody>
      </p:sp>
      <p:sp>
        <p:nvSpPr>
          <p:cNvPr id="5" name="Rectangle 2"/>
          <p:cNvSpPr txBox="1">
            <a:spLocks noChangeArrowheads="1"/>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_tradnl" altLang="es-CO" b="1" dirty="0">
                <a:solidFill>
                  <a:srgbClr val="0000CC"/>
                </a:solidFill>
                <a:latin typeface="PT Sans Narrow" panose="020B0506020203020204" pitchFamily="34" charset="0"/>
              </a:rPr>
              <a:t>EL CONOCIMIENTO CIENTÍFICO </a:t>
            </a:r>
            <a:endParaRPr lang="es-ES" altLang="es-CO" b="1" dirty="0">
              <a:solidFill>
                <a:srgbClr val="0000CC"/>
              </a:solidFill>
              <a:latin typeface="PT Sans Narrow" panose="020B0506020203020204" pitchFamily="34" charset="0"/>
            </a:endParaRPr>
          </a:p>
        </p:txBody>
      </p:sp>
    </p:spTree>
    <p:extLst>
      <p:ext uri="{BB962C8B-B14F-4D97-AF65-F5344CB8AC3E}">
        <p14:creationId xmlns:p14="http://schemas.microsoft.com/office/powerpoint/2010/main" val="4169126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838200" y="264899"/>
            <a:ext cx="10515600" cy="1325563"/>
          </a:xfrm>
        </p:spPr>
        <p:txBody>
          <a:bodyPr/>
          <a:lstStyle/>
          <a:p>
            <a:pPr algn="ctr">
              <a:spcBef>
                <a:spcPct val="50000"/>
              </a:spcBef>
            </a:pPr>
            <a:r>
              <a:rPr lang="es-ES_tradnl" altLang="es-CO" b="1" dirty="0">
                <a:solidFill>
                  <a:srgbClr val="0000CC"/>
                </a:solidFill>
                <a:latin typeface="PT Sans Narrow" panose="020B0506020203020204" pitchFamily="34" charset="0"/>
              </a:rPr>
              <a:t>PROCESO DE INVESTIGACIÓN </a:t>
            </a:r>
            <a:endParaRPr lang="es-ES" altLang="es-CO" b="1" dirty="0">
              <a:solidFill>
                <a:srgbClr val="0000CC"/>
              </a:solidFill>
              <a:latin typeface="PT Sans Narrow" panose="020B0506020203020204" pitchFamily="34" charset="0"/>
            </a:endParaRPr>
          </a:p>
        </p:txBody>
      </p:sp>
      <p:sp>
        <p:nvSpPr>
          <p:cNvPr id="5123" name="Text Box 4"/>
          <p:cNvSpPr txBox="1">
            <a:spLocks noChangeArrowheads="1"/>
          </p:cNvSpPr>
          <p:nvPr/>
        </p:nvSpPr>
        <p:spPr bwMode="auto">
          <a:xfrm>
            <a:off x="1919288" y="3716338"/>
            <a:ext cx="2089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50000"/>
              </a:spcBef>
              <a:buFontTx/>
              <a:buNone/>
            </a:pPr>
            <a:r>
              <a:rPr lang="es-ES_tradnl" altLang="es-CO" sz="1800" dirty="0">
                <a:latin typeface="PT Sans Narrow" panose="020B0506020203020204" pitchFamily="34" charset="0"/>
              </a:rPr>
              <a:t>PROCESO DE INVESTIGACIÓN </a:t>
            </a:r>
            <a:endParaRPr lang="es-ES" altLang="es-CO" sz="1800" dirty="0">
              <a:latin typeface="PT Sans Narrow" panose="020B0506020203020204" pitchFamily="34" charset="0"/>
            </a:endParaRPr>
          </a:p>
        </p:txBody>
      </p:sp>
      <p:sp>
        <p:nvSpPr>
          <p:cNvPr id="5124" name="Text Box 6"/>
          <p:cNvSpPr txBox="1">
            <a:spLocks noChangeArrowheads="1"/>
          </p:cNvSpPr>
          <p:nvPr/>
        </p:nvSpPr>
        <p:spPr bwMode="auto">
          <a:xfrm>
            <a:off x="4583114" y="2453481"/>
            <a:ext cx="1296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DISEÑO</a:t>
            </a:r>
            <a:endParaRPr lang="es-ES" altLang="es-CO" sz="1800" dirty="0">
              <a:latin typeface="PT Sans Narrow" panose="020B0506020203020204" pitchFamily="34" charset="0"/>
            </a:endParaRPr>
          </a:p>
        </p:txBody>
      </p:sp>
      <p:sp>
        <p:nvSpPr>
          <p:cNvPr id="5125" name="Text Box 7"/>
          <p:cNvSpPr txBox="1">
            <a:spLocks noChangeArrowheads="1"/>
          </p:cNvSpPr>
          <p:nvPr/>
        </p:nvSpPr>
        <p:spPr bwMode="auto">
          <a:xfrm>
            <a:off x="4583114" y="4862511"/>
            <a:ext cx="1657349"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DESARROLLO</a:t>
            </a:r>
            <a:endParaRPr lang="es-ES" altLang="es-CO" sz="1800" dirty="0">
              <a:latin typeface="PT Sans Narrow" panose="020B0506020203020204" pitchFamily="34" charset="0"/>
            </a:endParaRPr>
          </a:p>
        </p:txBody>
      </p:sp>
      <p:sp>
        <p:nvSpPr>
          <p:cNvPr id="5126" name="AutoShape 8"/>
          <p:cNvSpPr>
            <a:spLocks/>
          </p:cNvSpPr>
          <p:nvPr/>
        </p:nvSpPr>
        <p:spPr bwMode="auto">
          <a:xfrm>
            <a:off x="5951539" y="1484313"/>
            <a:ext cx="503237" cy="2305050"/>
          </a:xfrm>
          <a:prstGeom prst="leftBrace">
            <a:avLst>
              <a:gd name="adj1" fmla="val 38170"/>
              <a:gd name="adj2" fmla="val 50000"/>
            </a:avLst>
          </a:prstGeom>
          <a:noFill/>
          <a:ln w="635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p>
        </p:txBody>
      </p:sp>
      <p:sp>
        <p:nvSpPr>
          <p:cNvPr id="5127" name="AutoShape 11"/>
          <p:cNvSpPr>
            <a:spLocks/>
          </p:cNvSpPr>
          <p:nvPr/>
        </p:nvSpPr>
        <p:spPr bwMode="auto">
          <a:xfrm>
            <a:off x="4224339" y="1628776"/>
            <a:ext cx="358775" cy="4752975"/>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latin typeface="PT Sans Narrow" panose="020B0506020203020204" pitchFamily="34" charset="0"/>
            </a:endParaRPr>
          </a:p>
        </p:txBody>
      </p:sp>
      <p:sp>
        <p:nvSpPr>
          <p:cNvPr id="5128" name="AutoShape 12"/>
          <p:cNvSpPr>
            <a:spLocks/>
          </p:cNvSpPr>
          <p:nvPr/>
        </p:nvSpPr>
        <p:spPr bwMode="auto">
          <a:xfrm>
            <a:off x="5951539" y="3892550"/>
            <a:ext cx="503237" cy="2305050"/>
          </a:xfrm>
          <a:prstGeom prst="leftBrace">
            <a:avLst>
              <a:gd name="adj1" fmla="val 38170"/>
              <a:gd name="adj2" fmla="val 50000"/>
            </a:avLst>
          </a:prstGeom>
          <a:noFill/>
          <a:ln w="635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latin typeface="PT Sans Narrow" panose="020B0506020203020204" pitchFamily="34" charset="0"/>
            </a:endParaRPr>
          </a:p>
        </p:txBody>
      </p:sp>
      <p:sp>
        <p:nvSpPr>
          <p:cNvPr id="5129" name="Text Box 13"/>
          <p:cNvSpPr txBox="1">
            <a:spLocks noChangeArrowheads="1"/>
          </p:cNvSpPr>
          <p:nvPr/>
        </p:nvSpPr>
        <p:spPr bwMode="auto">
          <a:xfrm>
            <a:off x="6454775" y="1887418"/>
            <a:ext cx="43855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ELEMENTOS DEL OBJETO DE CONOCIMIENTO</a:t>
            </a:r>
            <a:endParaRPr lang="es-ES" altLang="es-CO" sz="1800" dirty="0">
              <a:latin typeface="PT Sans Narrow" panose="020B0506020203020204" pitchFamily="34" charset="0"/>
            </a:endParaRPr>
          </a:p>
        </p:txBody>
      </p:sp>
      <p:sp>
        <p:nvSpPr>
          <p:cNvPr id="5130" name="Text Box 14"/>
          <p:cNvSpPr txBox="1">
            <a:spLocks noChangeArrowheads="1"/>
          </p:cNvSpPr>
          <p:nvPr/>
        </p:nvSpPr>
        <p:spPr bwMode="auto">
          <a:xfrm>
            <a:off x="6454775" y="2454801"/>
            <a:ext cx="34559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ELEMENTOS DE APOYO METODOLÓGICO</a:t>
            </a:r>
            <a:endParaRPr lang="es-ES" altLang="es-CO" sz="1800" dirty="0">
              <a:latin typeface="PT Sans Narrow" panose="020B0506020203020204" pitchFamily="34" charset="0"/>
            </a:endParaRPr>
          </a:p>
        </p:txBody>
      </p:sp>
      <p:sp>
        <p:nvSpPr>
          <p:cNvPr id="5131" name="Text Box 15"/>
          <p:cNvSpPr txBox="1">
            <a:spLocks noChangeArrowheads="1"/>
          </p:cNvSpPr>
          <p:nvPr/>
        </p:nvSpPr>
        <p:spPr bwMode="auto">
          <a:xfrm>
            <a:off x="6438107" y="3022184"/>
            <a:ext cx="43855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ELEMENTOS DE SOPORTE METODOLÓGICO</a:t>
            </a:r>
            <a:endParaRPr lang="es-ES" altLang="es-CO" sz="1800" dirty="0">
              <a:latin typeface="PT Sans Narrow" panose="020B0506020203020204" pitchFamily="34" charset="0"/>
            </a:endParaRPr>
          </a:p>
        </p:txBody>
      </p:sp>
      <p:sp>
        <p:nvSpPr>
          <p:cNvPr id="5132" name="Text Box 16"/>
          <p:cNvSpPr txBox="1">
            <a:spLocks noChangeArrowheads="1"/>
          </p:cNvSpPr>
          <p:nvPr/>
        </p:nvSpPr>
        <p:spPr bwMode="auto">
          <a:xfrm>
            <a:off x="6454776" y="4293026"/>
            <a:ext cx="34559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FUENTES DE INFORMACIÓN</a:t>
            </a:r>
            <a:endParaRPr lang="es-ES" altLang="es-CO" sz="1800" dirty="0">
              <a:latin typeface="PT Sans Narrow" panose="020B0506020203020204" pitchFamily="34" charset="0"/>
            </a:endParaRPr>
          </a:p>
        </p:txBody>
      </p:sp>
      <p:sp>
        <p:nvSpPr>
          <p:cNvPr id="5133" name="Text Box 17"/>
          <p:cNvSpPr txBox="1">
            <a:spLocks noChangeArrowheads="1"/>
          </p:cNvSpPr>
          <p:nvPr/>
        </p:nvSpPr>
        <p:spPr bwMode="auto">
          <a:xfrm>
            <a:off x="6454775" y="4860409"/>
            <a:ext cx="46567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TRATAMIENTO Y ANÁLISIS DE LA INFORMACIÓN</a:t>
            </a:r>
            <a:endParaRPr lang="es-ES" altLang="es-CO" sz="1800" dirty="0">
              <a:latin typeface="PT Sans Narrow" panose="020B0506020203020204" pitchFamily="34" charset="0"/>
            </a:endParaRPr>
          </a:p>
        </p:txBody>
      </p:sp>
      <p:sp>
        <p:nvSpPr>
          <p:cNvPr id="5134" name="Text Box 18"/>
          <p:cNvSpPr txBox="1">
            <a:spLocks noChangeArrowheads="1"/>
          </p:cNvSpPr>
          <p:nvPr/>
        </p:nvSpPr>
        <p:spPr bwMode="auto">
          <a:xfrm>
            <a:off x="6454776" y="5426471"/>
            <a:ext cx="3455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PRESENTACIÓN DE LOS RESULTADOS</a:t>
            </a:r>
            <a:endParaRPr lang="es-ES" altLang="es-CO" sz="1800" dirty="0">
              <a:latin typeface="PT Sans Narrow" panose="020B0506020203020204" pitchFamily="34" charset="0"/>
            </a:endParaRPr>
          </a:p>
        </p:txBody>
      </p:sp>
      <p:sp>
        <p:nvSpPr>
          <p:cNvPr id="2" name="CuadroTexto 1"/>
          <p:cNvSpPr txBox="1"/>
          <p:nvPr/>
        </p:nvSpPr>
        <p:spPr>
          <a:xfrm>
            <a:off x="5231607" y="6452156"/>
            <a:ext cx="2413000" cy="369332"/>
          </a:xfrm>
          <a:prstGeom prst="rect">
            <a:avLst/>
          </a:prstGeom>
          <a:noFill/>
        </p:spPr>
        <p:txBody>
          <a:bodyPr wrap="square" rtlCol="0">
            <a:spAutoFit/>
          </a:bodyPr>
          <a:lstStyle/>
          <a:p>
            <a:r>
              <a:rPr lang="es-ES" dirty="0">
                <a:latin typeface="PT Sans Narrow" panose="020B0506020203020204" pitchFamily="34" charset="0"/>
              </a:rPr>
              <a:t>(Méndez &amp; Vélez, 2001)</a:t>
            </a:r>
          </a:p>
        </p:txBody>
      </p:sp>
    </p:spTree>
    <p:extLst>
      <p:ext uri="{BB962C8B-B14F-4D97-AF65-F5344CB8AC3E}">
        <p14:creationId xmlns:p14="http://schemas.microsoft.com/office/powerpoint/2010/main" val="3008310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8200" y="149196"/>
            <a:ext cx="10515600" cy="1325563"/>
          </a:xfrm>
        </p:spPr>
        <p:txBody>
          <a:bodyPr>
            <a:normAutofit/>
          </a:bodyPr>
          <a:lstStyle/>
          <a:p>
            <a:pPr algn="ctr"/>
            <a:r>
              <a:rPr lang="es-ES_tradnl" altLang="es-CO" b="1" dirty="0">
                <a:solidFill>
                  <a:srgbClr val="0000CC"/>
                </a:solidFill>
                <a:latin typeface="PT Sans Narrow" panose="020B0506020203020204" pitchFamily="34" charset="0"/>
              </a:rPr>
              <a:t>DISEÑO  PROCESO DE INVESTIGACIÓN </a:t>
            </a:r>
            <a:endParaRPr lang="es-ES" altLang="es-CO" b="1" dirty="0">
              <a:solidFill>
                <a:srgbClr val="0000CC"/>
              </a:solidFill>
              <a:latin typeface="PT Sans Narrow" panose="020B0506020203020204" pitchFamily="34" charset="0"/>
            </a:endParaRPr>
          </a:p>
        </p:txBody>
      </p:sp>
      <p:sp>
        <p:nvSpPr>
          <p:cNvPr id="6148" name="Text Box 6"/>
          <p:cNvSpPr txBox="1">
            <a:spLocks noChangeArrowheads="1"/>
          </p:cNvSpPr>
          <p:nvPr/>
        </p:nvSpPr>
        <p:spPr bwMode="auto">
          <a:xfrm>
            <a:off x="1870909" y="3543598"/>
            <a:ext cx="216058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50000"/>
              </a:spcBef>
              <a:buFontTx/>
              <a:buNone/>
            </a:pPr>
            <a:r>
              <a:rPr lang="es-ES_tradnl" altLang="es-CO" sz="1800">
                <a:latin typeface="PT Sans Narrow" panose="020B0506020203020204" pitchFamily="34" charset="0"/>
              </a:rPr>
              <a:t>ELEMENTOS DEL OBJETO DE CONOCIMIENTO</a:t>
            </a:r>
            <a:endParaRPr lang="es-ES" altLang="es-CO" sz="1800">
              <a:latin typeface="PT Sans Narrow" panose="020B0506020203020204" pitchFamily="34" charset="0"/>
            </a:endParaRPr>
          </a:p>
        </p:txBody>
      </p:sp>
      <p:sp>
        <p:nvSpPr>
          <p:cNvPr id="6149" name="AutoShape 7"/>
          <p:cNvSpPr>
            <a:spLocks/>
          </p:cNvSpPr>
          <p:nvPr/>
        </p:nvSpPr>
        <p:spPr bwMode="auto">
          <a:xfrm>
            <a:off x="4224339" y="1628776"/>
            <a:ext cx="358775" cy="4752975"/>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p>
        </p:txBody>
      </p:sp>
      <p:sp>
        <p:nvSpPr>
          <p:cNvPr id="6150" name="Text Box 8"/>
          <p:cNvSpPr txBox="1">
            <a:spLocks noChangeArrowheads="1"/>
          </p:cNvSpPr>
          <p:nvPr/>
        </p:nvSpPr>
        <p:spPr bwMode="auto">
          <a:xfrm>
            <a:off x="4637219" y="2574102"/>
            <a:ext cx="554355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pPr>
            <a:r>
              <a:rPr lang="es-ES_tradnl" altLang="es-CO" sz="1800" dirty="0">
                <a:latin typeface="PT Sans Narrow" panose="020B0506020203020204" pitchFamily="34" charset="0"/>
              </a:rPr>
              <a:t>SELECCIÓN DEL TEMA DE INVESTIGACIÓN</a:t>
            </a:r>
          </a:p>
          <a:p>
            <a:pPr eaLnBrk="1" hangingPunct="1">
              <a:spcBef>
                <a:spcPct val="50000"/>
              </a:spcBef>
            </a:pPr>
            <a:r>
              <a:rPr lang="es-ES_tradnl" altLang="es-CO" sz="1800" dirty="0">
                <a:latin typeface="PT Sans Narrow" panose="020B0506020203020204" pitchFamily="34" charset="0"/>
              </a:rPr>
              <a:t>PLANTEAMIENTO DEL PROBLEMA</a:t>
            </a:r>
          </a:p>
          <a:p>
            <a:pPr eaLnBrk="1" hangingPunct="1">
              <a:spcBef>
                <a:spcPct val="50000"/>
              </a:spcBef>
            </a:pPr>
            <a:r>
              <a:rPr lang="es-ES_tradnl" altLang="es-CO" sz="1800" dirty="0">
                <a:latin typeface="PT Sans Narrow" panose="020B0506020203020204" pitchFamily="34" charset="0"/>
              </a:rPr>
              <a:t>FORMULACIÓN DEL PROBLEMA</a:t>
            </a:r>
          </a:p>
          <a:p>
            <a:pPr eaLnBrk="1" hangingPunct="1">
              <a:spcBef>
                <a:spcPct val="50000"/>
              </a:spcBef>
            </a:pPr>
            <a:r>
              <a:rPr lang="es-ES_tradnl" altLang="es-CO" sz="1800" dirty="0">
                <a:latin typeface="PT Sans Narrow" panose="020B0506020203020204" pitchFamily="34" charset="0"/>
              </a:rPr>
              <a:t>SISTEMATIZACIÓN DEL PROBLEMA</a:t>
            </a:r>
          </a:p>
          <a:p>
            <a:pPr eaLnBrk="1" hangingPunct="1">
              <a:spcBef>
                <a:spcPct val="50000"/>
              </a:spcBef>
            </a:pPr>
            <a:r>
              <a:rPr lang="es-ES_tradnl" altLang="es-CO" sz="1800" dirty="0">
                <a:latin typeface="PT Sans Narrow" panose="020B0506020203020204" pitchFamily="34" charset="0"/>
              </a:rPr>
              <a:t>OBJETIVOS</a:t>
            </a:r>
          </a:p>
          <a:p>
            <a:pPr eaLnBrk="1" hangingPunct="1">
              <a:spcBef>
                <a:spcPct val="50000"/>
              </a:spcBef>
            </a:pPr>
            <a:r>
              <a:rPr lang="es-ES_tradnl" altLang="es-CO" sz="1800" dirty="0">
                <a:latin typeface="PT Sans Narrow" panose="020B0506020203020204" pitchFamily="34" charset="0"/>
              </a:rPr>
              <a:t>MARCO DE REFERENCIA</a:t>
            </a:r>
          </a:p>
          <a:p>
            <a:pPr eaLnBrk="1" hangingPunct="1">
              <a:spcBef>
                <a:spcPct val="50000"/>
              </a:spcBef>
            </a:pPr>
            <a:r>
              <a:rPr lang="es-ES_tradnl" altLang="es-CO" sz="1800" dirty="0">
                <a:latin typeface="PT Sans Narrow" panose="020B0506020203020204" pitchFamily="34" charset="0"/>
              </a:rPr>
              <a:t>HIPÓTESIS DE TRABAJO</a:t>
            </a:r>
            <a:endParaRPr lang="es-ES" altLang="es-CO" sz="1800" dirty="0">
              <a:latin typeface="PT Sans Narrow" panose="020B0506020203020204" pitchFamily="34" charset="0"/>
            </a:endParaRPr>
          </a:p>
        </p:txBody>
      </p:sp>
      <p:sp>
        <p:nvSpPr>
          <p:cNvPr id="7" name="CuadroTexto 6"/>
          <p:cNvSpPr txBox="1"/>
          <p:nvPr/>
        </p:nvSpPr>
        <p:spPr>
          <a:xfrm>
            <a:off x="5231607" y="6452156"/>
            <a:ext cx="2413000" cy="369332"/>
          </a:xfrm>
          <a:prstGeom prst="rect">
            <a:avLst/>
          </a:prstGeom>
          <a:noFill/>
        </p:spPr>
        <p:txBody>
          <a:bodyPr wrap="square" rtlCol="0">
            <a:spAutoFit/>
          </a:bodyPr>
          <a:lstStyle/>
          <a:p>
            <a:r>
              <a:rPr lang="es-ES" dirty="0">
                <a:latin typeface="PT Sans Narrow" panose="020B0506020203020204" pitchFamily="34" charset="0"/>
              </a:rPr>
              <a:t>(Méndez &amp; Vélez, 2001)</a:t>
            </a:r>
          </a:p>
        </p:txBody>
      </p:sp>
    </p:spTree>
    <p:extLst>
      <p:ext uri="{BB962C8B-B14F-4D97-AF65-F5344CB8AC3E}">
        <p14:creationId xmlns:p14="http://schemas.microsoft.com/office/powerpoint/2010/main" val="2604614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a:xfrm>
            <a:off x="2697325" y="2656155"/>
            <a:ext cx="4673600" cy="1545690"/>
          </a:xfrm>
        </p:spPr>
        <p:txBody>
          <a:bodyPr>
            <a:normAutofit/>
          </a:bodyPr>
          <a:lstStyle/>
          <a:p>
            <a:pPr eaLnBrk="1" hangingPunct="1"/>
            <a:r>
              <a:rPr lang="es-ES_tradnl" altLang="es-CO" sz="1800" dirty="0">
                <a:latin typeface="PT Sans Narrow" panose="020B0506020203020204" pitchFamily="34" charset="0"/>
              </a:rPr>
              <a:t>JUSTIFICACIÓN DE LA INVESTIGACIÓN</a:t>
            </a:r>
          </a:p>
          <a:p>
            <a:pPr eaLnBrk="1" hangingPunct="1"/>
            <a:r>
              <a:rPr lang="es-ES_tradnl" altLang="es-CO" sz="1800" dirty="0">
                <a:latin typeface="PT Sans Narrow" panose="020B0506020203020204" pitchFamily="34" charset="0"/>
              </a:rPr>
              <a:t>ASPECTOS METODOLÓGICOS</a:t>
            </a:r>
          </a:p>
          <a:p>
            <a:pPr eaLnBrk="1" hangingPunct="1"/>
            <a:r>
              <a:rPr lang="es-ES_tradnl" altLang="es-CO" sz="1800" dirty="0">
                <a:latin typeface="PT Sans Narrow" panose="020B0506020203020204" pitchFamily="34" charset="0"/>
              </a:rPr>
              <a:t>TABLA DE CONTENIDO</a:t>
            </a:r>
          </a:p>
          <a:p>
            <a:pPr eaLnBrk="1" hangingPunct="1"/>
            <a:r>
              <a:rPr lang="es-ES_tradnl" altLang="es-CO" sz="1800" dirty="0">
                <a:latin typeface="PT Sans Narrow" panose="020B0506020203020204" pitchFamily="34" charset="0"/>
              </a:rPr>
              <a:t>BIBLIOGRAFÍA</a:t>
            </a:r>
            <a:endParaRPr lang="es-ES" altLang="es-CO" sz="1800" dirty="0">
              <a:latin typeface="PT Sans Narrow" panose="020B0506020203020204" pitchFamily="34" charset="0"/>
            </a:endParaRPr>
          </a:p>
        </p:txBody>
      </p:sp>
      <p:sp>
        <p:nvSpPr>
          <p:cNvPr id="7172" name="AutoShape 4"/>
          <p:cNvSpPr>
            <a:spLocks/>
          </p:cNvSpPr>
          <p:nvPr/>
        </p:nvSpPr>
        <p:spPr bwMode="auto">
          <a:xfrm>
            <a:off x="2281041" y="1834355"/>
            <a:ext cx="309958" cy="3054349"/>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latin typeface="PT Sans Narrow" panose="020B0506020203020204" pitchFamily="34" charset="0"/>
            </a:endParaRPr>
          </a:p>
        </p:txBody>
      </p:sp>
      <p:sp>
        <p:nvSpPr>
          <p:cNvPr id="7173" name="Text Box 5"/>
          <p:cNvSpPr txBox="1">
            <a:spLocks noChangeArrowheads="1"/>
          </p:cNvSpPr>
          <p:nvPr/>
        </p:nvSpPr>
        <p:spPr bwMode="auto">
          <a:xfrm>
            <a:off x="14127" y="3060592"/>
            <a:ext cx="21605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50000"/>
              </a:spcBef>
              <a:buFontTx/>
              <a:buNone/>
            </a:pPr>
            <a:r>
              <a:rPr lang="es-ES_tradnl" altLang="es-CO" sz="1800" dirty="0">
                <a:latin typeface="PT Sans Narrow" panose="020B0506020203020204" pitchFamily="34" charset="0"/>
              </a:rPr>
              <a:t>ELEMENTOS DE APOYO METODOLÓGICO</a:t>
            </a:r>
            <a:endParaRPr lang="es-ES" altLang="es-CO" sz="1800" dirty="0">
              <a:latin typeface="PT Sans Narrow" panose="020B0506020203020204" pitchFamily="34" charset="0"/>
            </a:endParaRPr>
          </a:p>
        </p:txBody>
      </p:sp>
      <p:sp>
        <p:nvSpPr>
          <p:cNvPr id="6" name="Text Box 5"/>
          <p:cNvSpPr txBox="1">
            <a:spLocks noChangeArrowheads="1"/>
          </p:cNvSpPr>
          <p:nvPr/>
        </p:nvSpPr>
        <p:spPr bwMode="auto">
          <a:xfrm>
            <a:off x="6957389" y="2925763"/>
            <a:ext cx="2160588"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es-ES_tradnl" altLang="es-CO" sz="1800" dirty="0">
                <a:latin typeface="PT Sans Narrow" panose="020B0506020203020204" pitchFamily="34" charset="0"/>
              </a:rPr>
              <a:t>ELEMENTOS DE SOPORTE ADMINISTRATIVO</a:t>
            </a:r>
            <a:endParaRPr lang="es-ES" altLang="es-CO" sz="1800" dirty="0">
              <a:latin typeface="PT Sans Narrow" panose="020B0506020203020204" pitchFamily="34" charset="0"/>
            </a:endParaRPr>
          </a:p>
        </p:txBody>
      </p:sp>
      <p:sp>
        <p:nvSpPr>
          <p:cNvPr id="7" name="AutoShape 4"/>
          <p:cNvSpPr>
            <a:spLocks/>
          </p:cNvSpPr>
          <p:nvPr/>
        </p:nvSpPr>
        <p:spPr bwMode="auto">
          <a:xfrm>
            <a:off x="8905325" y="1501176"/>
            <a:ext cx="212652" cy="3720703"/>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latin typeface="PT Sans Narrow" panose="020B0506020203020204" pitchFamily="34" charset="0"/>
            </a:endParaRPr>
          </a:p>
        </p:txBody>
      </p:sp>
      <p:sp>
        <p:nvSpPr>
          <p:cNvPr id="8" name="Rectangle 3"/>
          <p:cNvSpPr txBox="1">
            <a:spLocks noChangeArrowheads="1"/>
          </p:cNvSpPr>
          <p:nvPr/>
        </p:nvSpPr>
        <p:spPr>
          <a:xfrm>
            <a:off x="9237983" y="2225076"/>
            <a:ext cx="2207784" cy="2407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altLang="es-CO" sz="1800" dirty="0">
                <a:latin typeface="PT Sans Narrow" panose="020B0506020203020204" pitchFamily="34" charset="0"/>
              </a:rPr>
              <a:t>CRONOGRAMA</a:t>
            </a:r>
          </a:p>
          <a:p>
            <a:endParaRPr lang="es-ES_tradnl" altLang="es-CO" sz="1800" dirty="0">
              <a:latin typeface="PT Sans Narrow" panose="020B0506020203020204" pitchFamily="34" charset="0"/>
            </a:endParaRPr>
          </a:p>
          <a:p>
            <a:pPr marL="0" indent="0">
              <a:buNone/>
            </a:pPr>
            <a:endParaRPr lang="es-ES_tradnl" altLang="es-CO" sz="1800" dirty="0">
              <a:latin typeface="PT Sans Narrow" panose="020B0506020203020204" pitchFamily="34" charset="0"/>
            </a:endParaRPr>
          </a:p>
          <a:p>
            <a:endParaRPr lang="es-ES_tradnl" altLang="es-CO" sz="1800" dirty="0">
              <a:latin typeface="PT Sans Narrow" panose="020B0506020203020204" pitchFamily="34" charset="0"/>
            </a:endParaRPr>
          </a:p>
          <a:p>
            <a:endParaRPr lang="es-ES_tradnl" altLang="es-CO" sz="1800" dirty="0">
              <a:latin typeface="PT Sans Narrow" panose="020B0506020203020204" pitchFamily="34" charset="0"/>
            </a:endParaRPr>
          </a:p>
          <a:p>
            <a:r>
              <a:rPr lang="es-ES_tradnl" altLang="es-CO" sz="1800" dirty="0">
                <a:latin typeface="PT Sans Narrow" panose="020B0506020203020204" pitchFamily="34" charset="0"/>
              </a:rPr>
              <a:t>PRESUPUESTO</a:t>
            </a:r>
            <a:endParaRPr lang="es-ES" altLang="es-CO" sz="1800" dirty="0">
              <a:latin typeface="PT Sans Narrow" panose="020B0506020203020204" pitchFamily="34" charset="0"/>
            </a:endParaRPr>
          </a:p>
        </p:txBody>
      </p:sp>
      <p:sp>
        <p:nvSpPr>
          <p:cNvPr id="9" name="CuadroTexto 8"/>
          <p:cNvSpPr txBox="1"/>
          <p:nvPr/>
        </p:nvSpPr>
        <p:spPr>
          <a:xfrm>
            <a:off x="5231607" y="6452156"/>
            <a:ext cx="2413000" cy="369332"/>
          </a:xfrm>
          <a:prstGeom prst="rect">
            <a:avLst/>
          </a:prstGeom>
          <a:noFill/>
        </p:spPr>
        <p:txBody>
          <a:bodyPr wrap="square" rtlCol="0">
            <a:spAutoFit/>
          </a:bodyPr>
          <a:lstStyle/>
          <a:p>
            <a:r>
              <a:rPr lang="es-ES" dirty="0">
                <a:latin typeface="PT Sans Narrow" panose="020B0506020203020204" pitchFamily="34" charset="0"/>
              </a:rPr>
              <a:t>(Méndez &amp; Vélez, 2001)</a:t>
            </a:r>
          </a:p>
        </p:txBody>
      </p:sp>
      <p:sp>
        <p:nvSpPr>
          <p:cNvPr id="4" name="Rectangle 2">
            <a:extLst>
              <a:ext uri="{FF2B5EF4-FFF2-40B4-BE49-F238E27FC236}">
                <a16:creationId xmlns:a16="http://schemas.microsoft.com/office/drawing/2014/main" id="{14B2C9F2-357C-81D9-552E-342A5C11DCCE}"/>
              </a:ext>
            </a:extLst>
          </p:cNvPr>
          <p:cNvSpPr>
            <a:spLocks noGrp="1" noChangeArrowheads="1"/>
          </p:cNvSpPr>
          <p:nvPr>
            <p:ph type="title"/>
          </p:nvPr>
        </p:nvSpPr>
        <p:spPr>
          <a:xfrm>
            <a:off x="838200" y="149196"/>
            <a:ext cx="10515600" cy="1325563"/>
          </a:xfrm>
        </p:spPr>
        <p:txBody>
          <a:bodyPr>
            <a:normAutofit/>
          </a:bodyPr>
          <a:lstStyle/>
          <a:p>
            <a:pPr algn="ctr"/>
            <a:r>
              <a:rPr lang="es-ES_tradnl" altLang="es-CO" b="1" dirty="0">
                <a:solidFill>
                  <a:srgbClr val="0000CC"/>
                </a:solidFill>
                <a:latin typeface="PT Sans Narrow" panose="020B0506020203020204" pitchFamily="34" charset="0"/>
              </a:rPr>
              <a:t>DISEÑO  PROCESO DE INVESTIGACIÓN </a:t>
            </a:r>
            <a:endParaRPr lang="es-ES" altLang="es-CO" b="1" dirty="0">
              <a:solidFill>
                <a:srgbClr val="0000CC"/>
              </a:solidFill>
              <a:latin typeface="PT Sans Narrow" panose="020B0506020203020204" pitchFamily="34" charset="0"/>
            </a:endParaRPr>
          </a:p>
        </p:txBody>
      </p:sp>
    </p:spTree>
    <p:extLst>
      <p:ext uri="{BB962C8B-B14F-4D97-AF65-F5344CB8AC3E}">
        <p14:creationId xmlns:p14="http://schemas.microsoft.com/office/powerpoint/2010/main" val="2842168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38200" y="268289"/>
            <a:ext cx="10515600" cy="1325563"/>
          </a:xfrm>
        </p:spPr>
        <p:txBody>
          <a:bodyPr vert="horz" lIns="91440" tIns="45720" rIns="91440" bIns="45720" rtlCol="0" anchor="ctr">
            <a:normAutofit/>
          </a:bodyPr>
          <a:lstStyle/>
          <a:p>
            <a:pPr algn="ctr"/>
            <a:r>
              <a:rPr lang="es-ES_tradnl" altLang="es-CO" b="1" dirty="0">
                <a:solidFill>
                  <a:srgbClr val="0000CC"/>
                </a:solidFill>
                <a:latin typeface="PT Sans Narrow" panose="020B0506020203020204" pitchFamily="34" charset="0"/>
              </a:rPr>
              <a:t>DESARROLLO PROCESO DE INVESTIGACIÓN </a:t>
            </a:r>
            <a:endParaRPr lang="es-ES" altLang="es-CO" b="1" dirty="0">
              <a:solidFill>
                <a:srgbClr val="0000CC"/>
              </a:solidFill>
              <a:latin typeface="PT Sans Narrow" panose="020B0506020203020204" pitchFamily="34" charset="0"/>
            </a:endParaRPr>
          </a:p>
        </p:txBody>
      </p:sp>
      <p:sp>
        <p:nvSpPr>
          <p:cNvPr id="9219" name="Rectangle 3"/>
          <p:cNvSpPr>
            <a:spLocks noGrp="1" noChangeArrowheads="1"/>
          </p:cNvSpPr>
          <p:nvPr>
            <p:ph type="body" idx="1"/>
          </p:nvPr>
        </p:nvSpPr>
        <p:spPr>
          <a:xfrm>
            <a:off x="2527944" y="1486594"/>
            <a:ext cx="4000496" cy="1901375"/>
          </a:xfrm>
        </p:spPr>
        <p:txBody>
          <a:bodyPr>
            <a:noAutofit/>
          </a:bodyPr>
          <a:lstStyle/>
          <a:p>
            <a:pPr eaLnBrk="1" hangingPunct="1"/>
            <a:r>
              <a:rPr lang="es-ES_tradnl" altLang="es-CO" sz="1800" dirty="0">
                <a:latin typeface="PT Sans Narrow" panose="020B0506020203020204" pitchFamily="34" charset="0"/>
              </a:rPr>
              <a:t>IDENTIFICACIÓN DE FUENTES</a:t>
            </a:r>
          </a:p>
          <a:p>
            <a:pPr eaLnBrk="1" hangingPunct="1"/>
            <a:r>
              <a:rPr lang="es-ES_tradnl" altLang="es-CO" sz="1800" dirty="0">
                <a:latin typeface="PT Sans Narrow" panose="020B0506020203020204" pitchFamily="34" charset="0"/>
              </a:rPr>
              <a:t>TABULACIÓN</a:t>
            </a:r>
          </a:p>
          <a:p>
            <a:pPr eaLnBrk="1" hangingPunct="1"/>
            <a:r>
              <a:rPr lang="es-ES_tradnl" altLang="es-CO" sz="1800" dirty="0">
                <a:latin typeface="PT Sans Narrow" panose="020B0506020203020204" pitchFamily="34" charset="0"/>
              </a:rPr>
              <a:t>PROCESAMIENTO</a:t>
            </a:r>
          </a:p>
          <a:p>
            <a:pPr eaLnBrk="1" hangingPunct="1"/>
            <a:r>
              <a:rPr lang="es-ES_tradnl" altLang="es-CO" sz="1800" dirty="0">
                <a:latin typeface="PT Sans Narrow" panose="020B0506020203020204" pitchFamily="34" charset="0"/>
              </a:rPr>
              <a:t>ORDENAMIENTO DE INFORMACIÓN</a:t>
            </a:r>
          </a:p>
          <a:p>
            <a:pPr eaLnBrk="1" hangingPunct="1"/>
            <a:r>
              <a:rPr lang="es-ES_tradnl" altLang="es-CO" sz="1800" dirty="0">
                <a:latin typeface="PT Sans Narrow" panose="020B0506020203020204" pitchFamily="34" charset="0"/>
              </a:rPr>
              <a:t>PRESENTACIÓN DE LA INFORMACIÓN</a:t>
            </a:r>
          </a:p>
          <a:p>
            <a:pPr eaLnBrk="1" hangingPunct="1"/>
            <a:endParaRPr lang="es-ES_tradnl" altLang="es-CO" sz="1800" dirty="0">
              <a:latin typeface="PT Sans Narrow" panose="020B0506020203020204" pitchFamily="34" charset="0"/>
            </a:endParaRPr>
          </a:p>
          <a:p>
            <a:pPr eaLnBrk="1" hangingPunct="1"/>
            <a:endParaRPr lang="es-ES_tradnl" altLang="es-CO" sz="1800" dirty="0">
              <a:latin typeface="PT Sans Narrow" panose="020B0506020203020204" pitchFamily="34" charset="0"/>
            </a:endParaRPr>
          </a:p>
          <a:p>
            <a:pPr eaLnBrk="1" hangingPunct="1">
              <a:buFontTx/>
              <a:buNone/>
            </a:pPr>
            <a:endParaRPr lang="es-ES_tradnl" altLang="es-CO" sz="1800" dirty="0">
              <a:latin typeface="PT Sans Narrow" panose="020B0506020203020204" pitchFamily="34" charset="0"/>
            </a:endParaRPr>
          </a:p>
        </p:txBody>
      </p:sp>
      <p:sp>
        <p:nvSpPr>
          <p:cNvPr id="9220" name="AutoShape 4"/>
          <p:cNvSpPr>
            <a:spLocks/>
          </p:cNvSpPr>
          <p:nvPr/>
        </p:nvSpPr>
        <p:spPr bwMode="auto">
          <a:xfrm>
            <a:off x="2186625" y="1383980"/>
            <a:ext cx="288925" cy="2093930"/>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p>
        </p:txBody>
      </p:sp>
      <p:sp>
        <p:nvSpPr>
          <p:cNvPr id="9221" name="Text Box 5"/>
          <p:cNvSpPr txBox="1">
            <a:spLocks noChangeArrowheads="1"/>
          </p:cNvSpPr>
          <p:nvPr/>
        </p:nvSpPr>
        <p:spPr bwMode="auto">
          <a:xfrm>
            <a:off x="599175" y="2107780"/>
            <a:ext cx="15318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50000"/>
              </a:spcBef>
              <a:buFontTx/>
              <a:buNone/>
            </a:pPr>
            <a:r>
              <a:rPr lang="es-ES_tradnl" altLang="es-CO" sz="1800" dirty="0">
                <a:latin typeface="PT Sans Narrow" panose="020B0506020203020204" pitchFamily="34" charset="0"/>
              </a:rPr>
              <a:t>FUENTES DE INFORMACIÓN</a:t>
            </a:r>
            <a:endParaRPr lang="es-ES" altLang="es-CO" sz="1800" dirty="0">
              <a:latin typeface="PT Sans Narrow" panose="020B0506020203020204" pitchFamily="34" charset="0"/>
            </a:endParaRPr>
          </a:p>
        </p:txBody>
      </p:sp>
      <p:sp>
        <p:nvSpPr>
          <p:cNvPr id="6" name="Rectangle 3"/>
          <p:cNvSpPr txBox="1">
            <a:spLocks noChangeArrowheads="1"/>
          </p:cNvSpPr>
          <p:nvPr/>
        </p:nvSpPr>
        <p:spPr>
          <a:xfrm>
            <a:off x="2527944" y="4058567"/>
            <a:ext cx="4311648" cy="21854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altLang="es-CO" sz="1800" dirty="0">
                <a:latin typeface="PT Sans Narrow" panose="020B0506020203020204" pitchFamily="34" charset="0"/>
              </a:rPr>
              <a:t>ANÁLISIS DE INFORMACIÓN</a:t>
            </a:r>
          </a:p>
          <a:p>
            <a:r>
              <a:rPr lang="es-ES_tradnl" altLang="es-CO" sz="1800" dirty="0">
                <a:latin typeface="PT Sans Narrow" panose="020B0506020203020204" pitchFamily="34" charset="0"/>
              </a:rPr>
              <a:t>IDENTIFICACIÓN DE VARIABLES</a:t>
            </a:r>
          </a:p>
          <a:p>
            <a:r>
              <a:rPr lang="es-ES_tradnl" altLang="es-CO" sz="1800" dirty="0">
                <a:latin typeface="PT Sans Narrow" panose="020B0506020203020204" pitchFamily="34" charset="0"/>
              </a:rPr>
              <a:t>VALIDACION DE HIPÓTESIS</a:t>
            </a:r>
          </a:p>
          <a:p>
            <a:r>
              <a:rPr lang="es-ES_tradnl" altLang="es-CO" sz="1800" dirty="0">
                <a:latin typeface="PT Sans Narrow" panose="020B0506020203020204" pitchFamily="34" charset="0"/>
              </a:rPr>
              <a:t>VERIFICACIÓN DE LAS PREGUNTAS DE INVESTIGACIÓN</a:t>
            </a:r>
          </a:p>
          <a:p>
            <a:r>
              <a:rPr lang="es-ES_tradnl" altLang="es-CO" sz="1800" dirty="0">
                <a:latin typeface="PT Sans Narrow" panose="020B0506020203020204" pitchFamily="34" charset="0"/>
              </a:rPr>
              <a:t>CUMPLIMIENTO DE OBJETIVOS</a:t>
            </a:r>
          </a:p>
          <a:p>
            <a:endParaRPr lang="es-ES_tradnl" altLang="es-CO" sz="1800" dirty="0">
              <a:latin typeface="PT Sans Narrow" panose="020B0506020203020204" pitchFamily="34" charset="0"/>
            </a:endParaRPr>
          </a:p>
          <a:p>
            <a:endParaRPr lang="es-ES_tradnl" altLang="es-CO" sz="1800" dirty="0">
              <a:latin typeface="PT Sans Narrow" panose="020B0506020203020204" pitchFamily="34" charset="0"/>
            </a:endParaRPr>
          </a:p>
          <a:p>
            <a:pPr>
              <a:buFontTx/>
              <a:buNone/>
            </a:pPr>
            <a:endParaRPr lang="es-ES_tradnl" altLang="es-CO" sz="1800" dirty="0">
              <a:latin typeface="PT Sans Narrow" panose="020B0506020203020204" pitchFamily="34" charset="0"/>
            </a:endParaRPr>
          </a:p>
        </p:txBody>
      </p:sp>
      <p:sp>
        <p:nvSpPr>
          <p:cNvPr id="7" name="AutoShape 4"/>
          <p:cNvSpPr>
            <a:spLocks/>
          </p:cNvSpPr>
          <p:nvPr/>
        </p:nvSpPr>
        <p:spPr bwMode="auto">
          <a:xfrm>
            <a:off x="2131068" y="3946951"/>
            <a:ext cx="396876" cy="2408715"/>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latin typeface="PT Sans Narrow" panose="020B0506020203020204" pitchFamily="34" charset="0"/>
            </a:endParaRPr>
          </a:p>
        </p:txBody>
      </p:sp>
      <p:sp>
        <p:nvSpPr>
          <p:cNvPr id="8" name="Text Box 5"/>
          <p:cNvSpPr txBox="1">
            <a:spLocks noChangeArrowheads="1"/>
          </p:cNvSpPr>
          <p:nvPr/>
        </p:nvSpPr>
        <p:spPr bwMode="auto">
          <a:xfrm>
            <a:off x="546724" y="4689644"/>
            <a:ext cx="153189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50000"/>
              </a:spcBef>
              <a:buFontTx/>
              <a:buNone/>
            </a:pPr>
            <a:r>
              <a:rPr lang="es-ES_tradnl" altLang="es-CO" sz="1800" dirty="0">
                <a:latin typeface="PT Sans Narrow" panose="020B0506020203020204" pitchFamily="34" charset="0"/>
              </a:rPr>
              <a:t>TRATAMIENTO Y ANÁLISIS DE LA INFORMACIÓN</a:t>
            </a:r>
            <a:endParaRPr lang="es-ES" altLang="es-CO" sz="1800" dirty="0">
              <a:latin typeface="PT Sans Narrow" panose="020B0506020203020204" pitchFamily="34" charset="0"/>
            </a:endParaRPr>
          </a:p>
        </p:txBody>
      </p:sp>
      <p:sp>
        <p:nvSpPr>
          <p:cNvPr id="9" name="Rectangle 3"/>
          <p:cNvSpPr txBox="1">
            <a:spLocks noChangeArrowheads="1"/>
          </p:cNvSpPr>
          <p:nvPr/>
        </p:nvSpPr>
        <p:spPr>
          <a:xfrm>
            <a:off x="8840347" y="3313656"/>
            <a:ext cx="2808288" cy="5302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altLang="es-CO" sz="1800" dirty="0">
                <a:latin typeface="PT Sans Narrow" panose="020B0506020203020204" pitchFamily="34" charset="0"/>
              </a:rPr>
              <a:t>ELABORACIÓN DEL INFORME DE INVESTIGACIÓN</a:t>
            </a:r>
          </a:p>
          <a:p>
            <a:endParaRPr lang="es-ES_tradnl" altLang="es-CO" sz="1800" dirty="0">
              <a:latin typeface="PT Sans Narrow" panose="020B0506020203020204" pitchFamily="34" charset="0"/>
            </a:endParaRPr>
          </a:p>
          <a:p>
            <a:pPr>
              <a:buFontTx/>
              <a:buNone/>
            </a:pPr>
            <a:endParaRPr lang="es-ES_tradnl" altLang="es-CO" sz="1800" dirty="0">
              <a:latin typeface="PT Sans Narrow" panose="020B0506020203020204" pitchFamily="34" charset="0"/>
            </a:endParaRPr>
          </a:p>
        </p:txBody>
      </p:sp>
      <p:sp>
        <p:nvSpPr>
          <p:cNvPr id="10" name="AutoShape 4"/>
          <p:cNvSpPr>
            <a:spLocks/>
          </p:cNvSpPr>
          <p:nvPr/>
        </p:nvSpPr>
        <p:spPr bwMode="auto">
          <a:xfrm>
            <a:off x="8587680" y="3011149"/>
            <a:ext cx="334961" cy="1135220"/>
          </a:xfrm>
          <a:prstGeom prst="leftBrace">
            <a:avLst>
              <a:gd name="adj1" fmla="val 110398"/>
              <a:gd name="adj2" fmla="val 50000"/>
            </a:avLst>
          </a:prstGeom>
          <a:noFill/>
          <a:ln w="1270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s-CO" altLang="es-CO" sz="1800">
              <a:latin typeface="PT Sans Narrow" panose="020B0506020203020204" pitchFamily="34" charset="0"/>
            </a:endParaRPr>
          </a:p>
        </p:txBody>
      </p:sp>
      <p:sp>
        <p:nvSpPr>
          <p:cNvPr id="11" name="Text Box 5"/>
          <p:cNvSpPr txBox="1">
            <a:spLocks noChangeArrowheads="1"/>
          </p:cNvSpPr>
          <p:nvPr/>
        </p:nvSpPr>
        <p:spPr bwMode="auto">
          <a:xfrm>
            <a:off x="6335815" y="3255594"/>
            <a:ext cx="21605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50000"/>
              </a:spcBef>
              <a:buFontTx/>
              <a:buNone/>
            </a:pPr>
            <a:r>
              <a:rPr lang="es-ES_tradnl" altLang="es-CO" sz="1800" dirty="0">
                <a:latin typeface="PT Sans Narrow" panose="020B0506020203020204" pitchFamily="34" charset="0"/>
              </a:rPr>
              <a:t>PRESENTACIÓN DE RESULTADOS</a:t>
            </a:r>
            <a:endParaRPr lang="es-ES" altLang="es-CO" sz="1800" dirty="0">
              <a:latin typeface="PT Sans Narrow" panose="020B0506020203020204" pitchFamily="34" charset="0"/>
            </a:endParaRPr>
          </a:p>
        </p:txBody>
      </p:sp>
      <p:sp>
        <p:nvSpPr>
          <p:cNvPr id="12" name="CuadroTexto 11"/>
          <p:cNvSpPr txBox="1"/>
          <p:nvPr/>
        </p:nvSpPr>
        <p:spPr>
          <a:xfrm>
            <a:off x="5231607" y="6452156"/>
            <a:ext cx="2413000" cy="369332"/>
          </a:xfrm>
          <a:prstGeom prst="rect">
            <a:avLst/>
          </a:prstGeom>
          <a:noFill/>
        </p:spPr>
        <p:txBody>
          <a:bodyPr wrap="square" rtlCol="0">
            <a:spAutoFit/>
          </a:bodyPr>
          <a:lstStyle/>
          <a:p>
            <a:r>
              <a:rPr lang="es-ES" dirty="0">
                <a:latin typeface="PT Sans Narrow" panose="020B0506020203020204" pitchFamily="34" charset="0"/>
              </a:rPr>
              <a:t>(Méndez &amp; Vélez, 2001)</a:t>
            </a:r>
          </a:p>
        </p:txBody>
      </p:sp>
    </p:spTree>
    <p:extLst>
      <p:ext uri="{BB962C8B-B14F-4D97-AF65-F5344CB8AC3E}">
        <p14:creationId xmlns:p14="http://schemas.microsoft.com/office/powerpoint/2010/main" val="2661797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vert="horz" lIns="91440" tIns="45720" rIns="91440" bIns="45720" rtlCol="0" anchor="ctr">
            <a:normAutofit/>
          </a:bodyPr>
          <a:lstStyle/>
          <a:p>
            <a:pPr algn="ctr"/>
            <a:r>
              <a:rPr lang="es-ES_tradnl" altLang="es-CO" b="1" dirty="0">
                <a:solidFill>
                  <a:srgbClr val="0000CC"/>
                </a:solidFill>
                <a:latin typeface="PT Sans Narrow" panose="020B0506020203020204" pitchFamily="34" charset="0"/>
              </a:rPr>
              <a:t>SELECCIÓN Y DEFINICION  DEL  TEMA DE INVESTIGACIÓN</a:t>
            </a:r>
            <a:endParaRPr lang="es-ES" altLang="es-CO" b="1" dirty="0">
              <a:solidFill>
                <a:srgbClr val="0000CC"/>
              </a:solidFill>
              <a:latin typeface="PT Sans Narrow" panose="020B0506020203020204" pitchFamily="34" charset="0"/>
            </a:endParaRPr>
          </a:p>
        </p:txBody>
      </p:sp>
      <p:sp>
        <p:nvSpPr>
          <p:cNvPr id="12291" name="Rectangle 3"/>
          <p:cNvSpPr>
            <a:spLocks noGrp="1" noChangeArrowheads="1"/>
          </p:cNvSpPr>
          <p:nvPr>
            <p:ph type="body" idx="1"/>
          </p:nvPr>
        </p:nvSpPr>
        <p:spPr>
          <a:xfrm>
            <a:off x="838200" y="1913912"/>
            <a:ext cx="10515600" cy="2670175"/>
          </a:xfrm>
        </p:spPr>
        <p:txBody>
          <a:bodyPr>
            <a:noAutofit/>
          </a:bodyPr>
          <a:lstStyle/>
          <a:p>
            <a:pPr algn="just" eaLnBrk="1" hangingPunct="1"/>
            <a:r>
              <a:rPr lang="es-ES_tradnl" altLang="es-CO" sz="2400" dirty="0">
                <a:latin typeface="PT Sans Narrow" panose="020B0506020203020204" pitchFamily="34" charset="0"/>
              </a:rPr>
              <a:t>El investigador  define en que área del conocimiento referida  a su información profesional, quiere llevar a cabo la investigación.</a:t>
            </a:r>
          </a:p>
          <a:p>
            <a:pPr algn="just" eaLnBrk="1" hangingPunct="1"/>
            <a:endParaRPr lang="es-ES_tradnl" altLang="es-CO" sz="2400" dirty="0">
              <a:latin typeface="PT Sans Narrow" panose="020B0506020203020204" pitchFamily="34" charset="0"/>
            </a:endParaRPr>
          </a:p>
          <a:p>
            <a:pPr algn="just" eaLnBrk="1" hangingPunct="1"/>
            <a:r>
              <a:rPr lang="es-ES_tradnl" altLang="es-CO" sz="2400" b="1" dirty="0">
                <a:latin typeface="PT Sans Narrow" panose="020B0506020203020204" pitchFamily="34" charset="0"/>
              </a:rPr>
              <a:t>Punto de Partida:</a:t>
            </a:r>
            <a:r>
              <a:rPr lang="es-ES_tradnl" altLang="es-CO" sz="2400" dirty="0">
                <a:latin typeface="PT Sans Narrow" panose="020B0506020203020204" pitchFamily="34" charset="0"/>
              </a:rPr>
              <a:t>  ¿Es de interés el tema?, ¿Existe Información?, ¿Donde?, ¿Que resultados puede traer la investigación?</a:t>
            </a:r>
            <a:endParaRPr lang="es-ES" altLang="es-CO" sz="2400" dirty="0">
              <a:latin typeface="PT Sans Narrow" panose="020B0506020203020204" pitchFamily="34" charset="0"/>
            </a:endParaRPr>
          </a:p>
        </p:txBody>
      </p:sp>
    </p:spTree>
    <p:extLst>
      <p:ext uri="{BB962C8B-B14F-4D97-AF65-F5344CB8AC3E}">
        <p14:creationId xmlns:p14="http://schemas.microsoft.com/office/powerpoint/2010/main" val="79103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vert="horz" lIns="91440" tIns="45720" rIns="91440" bIns="45720" rtlCol="0" anchor="ctr">
            <a:normAutofit/>
          </a:bodyPr>
          <a:lstStyle/>
          <a:p>
            <a:pPr algn="ctr"/>
            <a:r>
              <a:rPr lang="es-ES_tradnl" altLang="es-CO" b="1" dirty="0">
                <a:solidFill>
                  <a:srgbClr val="0000CC"/>
                </a:solidFill>
                <a:latin typeface="PT Sans Narrow" panose="020B0506020203020204" pitchFamily="34" charset="0"/>
              </a:rPr>
              <a:t>SELECCIÓN Y DEFINICION  DEL  TEMA DE INVESTIGACIÓN</a:t>
            </a:r>
            <a:endParaRPr lang="es-ES" altLang="es-CO" b="1" dirty="0">
              <a:solidFill>
                <a:srgbClr val="0000CC"/>
              </a:solidFill>
              <a:latin typeface="PT Sans Narrow" panose="020B0506020203020204" pitchFamily="34" charset="0"/>
            </a:endParaRPr>
          </a:p>
        </p:txBody>
      </p:sp>
      <p:sp>
        <p:nvSpPr>
          <p:cNvPr id="13315" name="Rectangle 3"/>
          <p:cNvSpPr>
            <a:spLocks noGrp="1" noChangeArrowheads="1"/>
          </p:cNvSpPr>
          <p:nvPr>
            <p:ph type="body" idx="1"/>
          </p:nvPr>
        </p:nvSpPr>
        <p:spPr>
          <a:xfrm>
            <a:off x="838200" y="1876074"/>
            <a:ext cx="10515600" cy="4351338"/>
          </a:xfrm>
        </p:spPr>
        <p:txBody>
          <a:bodyPr vert="horz" lIns="91440" tIns="45720" rIns="91440" bIns="45720" rtlCol="0">
            <a:noAutofit/>
          </a:bodyPr>
          <a:lstStyle/>
          <a:p>
            <a:pPr algn="just"/>
            <a:r>
              <a:rPr lang="es-ES_tradnl" altLang="es-CO" sz="2400" b="1" dirty="0">
                <a:latin typeface="PT Sans Narrow" panose="020B0506020203020204" pitchFamily="34" charset="0"/>
              </a:rPr>
              <a:t>Observación Directa: </a:t>
            </a:r>
            <a:r>
              <a:rPr lang="es-ES_tradnl" altLang="es-CO" sz="2400" dirty="0">
                <a:latin typeface="PT Sans Narrow" panose="020B0506020203020204" pitchFamily="34" charset="0"/>
              </a:rPr>
              <a:t>el investigador debe conocer previamente el objeto del tema.</a:t>
            </a:r>
          </a:p>
          <a:p>
            <a:pPr algn="just"/>
            <a:r>
              <a:rPr lang="es-ES_tradnl" altLang="es-CO" sz="2400" b="1" dirty="0">
                <a:latin typeface="PT Sans Narrow" panose="020B0506020203020204" pitchFamily="34" charset="0"/>
              </a:rPr>
              <a:t>Consulta Bibliográfica: </a:t>
            </a:r>
            <a:r>
              <a:rPr lang="es-ES_tradnl" altLang="es-CO" sz="2400" dirty="0">
                <a:latin typeface="PT Sans Narrow" panose="020B0506020203020204" pitchFamily="34" charset="0"/>
              </a:rPr>
              <a:t>el investigador debe documentarse  en todo el material escrito referido a su objeto.</a:t>
            </a:r>
          </a:p>
          <a:p>
            <a:pPr algn="just"/>
            <a:r>
              <a:rPr lang="es-ES_tradnl" altLang="es-CO" sz="2400" b="1" dirty="0">
                <a:latin typeface="PT Sans Narrow" panose="020B0506020203020204" pitchFamily="34" charset="0"/>
              </a:rPr>
              <a:t>Consulta con expertos: </a:t>
            </a:r>
            <a:r>
              <a:rPr lang="es-ES_tradnl" altLang="es-CO" sz="2400" dirty="0">
                <a:latin typeface="PT Sans Narrow" panose="020B0506020203020204" pitchFamily="34" charset="0"/>
              </a:rPr>
              <a:t>los expertos ayudan al investigador a  delimitar el objeto de conocimiento.</a:t>
            </a:r>
          </a:p>
          <a:p>
            <a:pPr algn="just"/>
            <a:r>
              <a:rPr lang="es-ES_tradnl" altLang="es-CO" sz="2400" b="1" dirty="0">
                <a:latin typeface="PT Sans Narrow" panose="020B0506020203020204" pitchFamily="34" charset="0"/>
              </a:rPr>
              <a:t>Definición del tema: </a:t>
            </a:r>
            <a:r>
              <a:rPr lang="es-ES_tradnl" altLang="es-CO" sz="2400" dirty="0">
                <a:latin typeface="PT Sans Narrow" panose="020B0506020203020204" pitchFamily="34" charset="0"/>
              </a:rPr>
              <a:t>el investigador define el tema y el titulo preliminar de la investigación.</a:t>
            </a:r>
            <a:endParaRPr lang="es-ES" altLang="es-CO" sz="2400" dirty="0">
              <a:latin typeface="PT Sans Narrow" panose="020B0506020203020204" pitchFamily="34" charset="0"/>
            </a:endParaRPr>
          </a:p>
        </p:txBody>
      </p:sp>
    </p:spTree>
    <p:extLst>
      <p:ext uri="{BB962C8B-B14F-4D97-AF65-F5344CB8AC3E}">
        <p14:creationId xmlns:p14="http://schemas.microsoft.com/office/powerpoint/2010/main" val="2474545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pPr algn="ctr"/>
            <a:r>
              <a:rPr lang="es-ES_tradnl" altLang="es-CO" b="1" dirty="0">
                <a:solidFill>
                  <a:srgbClr val="0000CC"/>
                </a:solidFill>
                <a:latin typeface="PT Sans Narrow" panose="020B0506020203020204" pitchFamily="34" charset="0"/>
              </a:rPr>
              <a:t>SELECCIÓN Y DEFINICION  DEL  TEMA DE INVESTIGACIÓN</a:t>
            </a:r>
            <a:endParaRPr lang="es-ES" altLang="es-CO" b="1" dirty="0">
              <a:solidFill>
                <a:srgbClr val="0000CC"/>
              </a:solidFill>
              <a:latin typeface="PT Sans Narrow" panose="020B0506020203020204" pitchFamily="34" charset="0"/>
            </a:endParaRPr>
          </a:p>
        </p:txBody>
      </p:sp>
      <p:graphicFrame>
        <p:nvGraphicFramePr>
          <p:cNvPr id="12389" name="Group 101"/>
          <p:cNvGraphicFramePr>
            <a:graphicFrameLocks noGrp="1"/>
          </p:cNvGraphicFramePr>
          <p:nvPr>
            <p:ph type="tbl" idx="1"/>
            <p:extLst>
              <p:ext uri="{D42A27DB-BD31-4B8C-83A1-F6EECF244321}">
                <p14:modId xmlns:p14="http://schemas.microsoft.com/office/powerpoint/2010/main" val="2403755100"/>
              </p:ext>
            </p:extLst>
          </p:nvPr>
        </p:nvGraphicFramePr>
        <p:xfrm>
          <a:off x="1397227" y="1895681"/>
          <a:ext cx="9397546" cy="4249072"/>
        </p:xfrm>
        <a:graphic>
          <a:graphicData uri="http://schemas.openxmlformats.org/drawingml/2006/table">
            <a:tbl>
              <a:tblPr/>
              <a:tblGrid>
                <a:gridCol w="4698773">
                  <a:extLst>
                    <a:ext uri="{9D8B030D-6E8A-4147-A177-3AD203B41FA5}">
                      <a16:colId xmlns:a16="http://schemas.microsoft.com/office/drawing/2014/main" val="20000"/>
                    </a:ext>
                  </a:extLst>
                </a:gridCol>
                <a:gridCol w="4698773">
                  <a:extLst>
                    <a:ext uri="{9D8B030D-6E8A-4147-A177-3AD203B41FA5}">
                      <a16:colId xmlns:a16="http://schemas.microsoft.com/office/drawing/2014/main" val="20001"/>
                    </a:ext>
                  </a:extLst>
                </a:gridCol>
              </a:tblGrid>
              <a:tr h="326759">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¿Qué aspectos de la teoría estudiada en su formación profesional le gustaría conocer y profundizar?</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hMerge="1">
                  <a:txBody>
                    <a:bodyPr/>
                    <a:lstStyle/>
                    <a:p>
                      <a:endParaRPr lang="es-CO"/>
                    </a:p>
                  </a:txBody>
                  <a:tcPr/>
                </a:tc>
                <a:extLst>
                  <a:ext uri="{0D108BD9-81ED-4DB2-BD59-A6C34878D82A}">
                    <a16:rowId xmlns:a16="http://schemas.microsoft.com/office/drawing/2014/main" val="10000"/>
                  </a:ext>
                </a:extLst>
              </a:tr>
              <a:tr h="498316">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¿Cómo le gustaría profundizar  su conocimiento sobre el aspecto seleccionado en el paso anterior, profundizando su teoría o contrastando el modelo teórico con la realidad?</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hMerge="1">
                  <a:txBody>
                    <a:bodyPr/>
                    <a:lstStyle/>
                    <a:p>
                      <a:endParaRPr lang="es-CO"/>
                    </a:p>
                  </a:txBody>
                  <a:tcPr/>
                </a:tc>
                <a:extLst>
                  <a:ext uri="{0D108BD9-81ED-4DB2-BD59-A6C34878D82A}">
                    <a16:rowId xmlns:a16="http://schemas.microsoft.com/office/drawing/2014/main" val="10001"/>
                  </a:ext>
                </a:extLst>
              </a:tr>
              <a:tr h="36679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highlight>
                            <a:srgbClr val="FFFF00"/>
                          </a:highlight>
                          <a:latin typeface="PT Sans Narrow" panose="020B0506020203020204" pitchFamily="34" charset="0"/>
                        </a:rPr>
                        <a:t>Explorar o profundizar en el modelo teórico</a:t>
                      </a:r>
                      <a:endParaRPr kumimoji="0" lang="es-ES" sz="1400" b="1" i="0" u="none" strike="noStrike" cap="none" normalizeH="0" baseline="0" dirty="0">
                        <a:ln>
                          <a:noFill/>
                        </a:ln>
                        <a:solidFill>
                          <a:schemeClr val="tx1"/>
                        </a:solidFill>
                        <a:effectLst/>
                        <a:highlight>
                          <a:srgbClr val="FFFF00"/>
                        </a:highligh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highlight>
                            <a:srgbClr val="00FF00"/>
                          </a:highlight>
                          <a:latin typeface="PT Sans Narrow" panose="020B0506020203020204" pitchFamily="34" charset="0"/>
                        </a:rPr>
                        <a:t>Contrastar el modelo teórico con la realidad.</a:t>
                      </a:r>
                      <a:endParaRPr kumimoji="0" lang="es-ES" sz="1400" b="1" i="0" u="none" strike="noStrike" cap="none" normalizeH="0" baseline="0" dirty="0">
                        <a:ln>
                          <a:noFill/>
                        </a:ln>
                        <a:solidFill>
                          <a:schemeClr val="tx1"/>
                        </a:solidFill>
                        <a:effectLst/>
                        <a:highlight>
                          <a:srgbClr val="00FF00"/>
                        </a:highligh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2"/>
                  </a:ext>
                </a:extLst>
              </a:tr>
              <a:tr h="3531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Acuda a una Biblioteca y revise toda la bibliografía referida al tema</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Acuda a una Biblioteca y revise toda la bibliografía referida al tema</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3"/>
                  </a:ext>
                </a:extLst>
              </a:tr>
              <a:tr h="40359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Busque un experto  en el tema que le indique bibliografía adicional </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Busque un experto que le oriente a cerca de qué investigar sobre el tema elegido por usted</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4"/>
                  </a:ext>
                </a:extLst>
              </a:tr>
              <a:tr h="49831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Elabore una lista preliminar de toda la bibliografía e inicie un proceso de lectura sobre los temas mas importantes que le señale el profesor asesor</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Defina el ámbito Espacial (empresa, organización, sector económico, región, país, etc.…) al cual va a referir su investigación</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5"/>
                  </a:ext>
                </a:extLst>
              </a:tr>
              <a:tr h="3057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Inicie el proceso de lectura y elabore fichas</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Buscar en el ámbito intereses que le brinden información</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6"/>
                  </a:ext>
                </a:extLst>
              </a:tr>
              <a:tr h="29639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Juicio en el conocimiento teórico del problema</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Consulte con personas en el ámbito seleccionado</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7"/>
                  </a:ext>
                </a:extLst>
              </a:tr>
              <a:tr h="3405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Inicie la lectura sobre aspectos teórico-prácticos</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A este nivel se dispone de bibliografía, fichas de lectura, asesor, definición de un ámbito espacial</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8"/>
                  </a:ext>
                </a:extLst>
              </a:tr>
              <a:tr h="3058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Defina el tema y empiece a plantear el tema de investigación</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sz="1400" b="1" i="0" u="none" strike="noStrike" cap="none" normalizeH="0" baseline="0" dirty="0">
                          <a:ln>
                            <a:noFill/>
                          </a:ln>
                          <a:solidFill>
                            <a:schemeClr val="tx1"/>
                          </a:solidFill>
                          <a:effectLst/>
                          <a:latin typeface="PT Sans Narrow" panose="020B0506020203020204" pitchFamily="34" charset="0"/>
                        </a:rPr>
                        <a:t>Defina el tema y empiece a plantear el tema de investigación</a:t>
                      </a:r>
                      <a:endParaRPr kumimoji="0" lang="es-ES" sz="1400" b="1" i="0" u="none" strike="noStrike" cap="none" normalizeH="0" baseline="0" dirty="0">
                        <a:ln>
                          <a:noFill/>
                        </a:ln>
                        <a:solidFill>
                          <a:schemeClr val="tx1"/>
                        </a:solidFill>
                        <a:effectLst/>
                        <a:latin typeface="PT Sans Narrow" panose="020B0506020203020204" pitchFamily="34" charset="0"/>
                      </a:endParaRPr>
                    </a:p>
                  </a:txBody>
                  <a:tcPr marT="45715" marB="4571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92000">
                          <a:schemeClr val="accent1">
                            <a:lumMod val="20000"/>
                            <a:lumOff val="80000"/>
                          </a:schemeClr>
                        </a:gs>
                        <a:gs pos="100000">
                          <a:schemeClr val="accent2"/>
                        </a:gs>
                      </a:gsLst>
                      <a:lin ang="5400000" scaled="1"/>
                    </a:gradFill>
                  </a:tcPr>
                </a:tc>
                <a:extLst>
                  <a:ext uri="{0D108BD9-81ED-4DB2-BD59-A6C34878D82A}">
                    <a16:rowId xmlns:a16="http://schemas.microsoft.com/office/drawing/2014/main" val="10009"/>
                  </a:ext>
                </a:extLst>
              </a:tr>
            </a:tbl>
          </a:graphicData>
        </a:graphic>
      </p:graphicFrame>
      <p:sp>
        <p:nvSpPr>
          <p:cNvPr id="4" name="CuadroTexto 3"/>
          <p:cNvSpPr txBox="1"/>
          <p:nvPr/>
        </p:nvSpPr>
        <p:spPr>
          <a:xfrm>
            <a:off x="4889500" y="6349746"/>
            <a:ext cx="2413000" cy="307777"/>
          </a:xfrm>
          <a:prstGeom prst="rect">
            <a:avLst/>
          </a:prstGeom>
          <a:noFill/>
        </p:spPr>
        <p:txBody>
          <a:bodyPr wrap="square" rtlCol="0">
            <a:spAutoFit/>
          </a:bodyPr>
          <a:lstStyle/>
          <a:p>
            <a:pPr algn="ctr"/>
            <a:r>
              <a:rPr lang="es-ES" sz="1400" dirty="0">
                <a:latin typeface="PT Sans Narrow" panose="020B0506020203020204" pitchFamily="34" charset="0"/>
              </a:rPr>
              <a:t>(Méndez &amp; Vélez, 2001)</a:t>
            </a:r>
          </a:p>
        </p:txBody>
      </p:sp>
    </p:spTree>
    <p:extLst>
      <p:ext uri="{BB962C8B-B14F-4D97-AF65-F5344CB8AC3E}">
        <p14:creationId xmlns:p14="http://schemas.microsoft.com/office/powerpoint/2010/main" val="550042408"/>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tabla 3"/>
          <p:cNvPicPr>
            <a:picLocks noGrp="1" noChangeAspect="1"/>
          </p:cNvPicPr>
          <p:nvPr>
            <p:ph type="tbl" idx="1"/>
          </p:nvPr>
        </p:nvPicPr>
        <p:blipFill>
          <a:blip r:embed="rId2"/>
          <a:stretch>
            <a:fillRect/>
          </a:stretch>
        </p:blipFill>
        <p:spPr>
          <a:xfrm>
            <a:off x="2261152" y="1166018"/>
            <a:ext cx="7669695" cy="4525963"/>
          </a:xfrm>
          <a:prstGeom prst="rect">
            <a:avLst/>
          </a:prstGeom>
        </p:spPr>
      </p:pic>
    </p:spTree>
    <p:extLst>
      <p:ext uri="{BB962C8B-B14F-4D97-AF65-F5344CB8AC3E}">
        <p14:creationId xmlns:p14="http://schemas.microsoft.com/office/powerpoint/2010/main" val="1111267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255719"/>
            <a:ext cx="10972800" cy="1143000"/>
          </a:xfrm>
        </p:spPr>
        <p:txBody>
          <a:bodyPr/>
          <a:lstStyle/>
          <a:p>
            <a:pPr algn="ctr"/>
            <a:r>
              <a:rPr lang="es-ES" b="1" dirty="0">
                <a:solidFill>
                  <a:srgbClr val="0000CC"/>
                </a:solidFill>
                <a:latin typeface="PT Sans Narrow" panose="020B0506020203020204" pitchFamily="34" charset="0"/>
              </a:rPr>
              <a:t>REFERENCIAS</a:t>
            </a:r>
            <a:r>
              <a:rPr lang="es-ES" dirty="0">
                <a:solidFill>
                  <a:srgbClr val="0000CC"/>
                </a:solidFill>
                <a:latin typeface="PT Sans Narrow" panose="020B0506020203020204" pitchFamily="34" charset="0"/>
              </a:rPr>
              <a:t> </a:t>
            </a:r>
          </a:p>
        </p:txBody>
      </p:sp>
      <p:sp>
        <p:nvSpPr>
          <p:cNvPr id="4" name="Rectángulo 3"/>
          <p:cNvSpPr/>
          <p:nvPr/>
        </p:nvSpPr>
        <p:spPr>
          <a:xfrm>
            <a:off x="1498775" y="1558557"/>
            <a:ext cx="9194450" cy="2549352"/>
          </a:xfrm>
          <a:prstGeom prst="rect">
            <a:avLst/>
          </a:prstGeom>
        </p:spPr>
        <p:txBody>
          <a:bodyPr wrap="square">
            <a:spAutoFit/>
          </a:bodyPr>
          <a:lstStyle/>
          <a:p>
            <a:pPr marL="342900" lvl="0" indent="-342900">
              <a:lnSpc>
                <a:spcPts val="1045"/>
              </a:lnSpc>
              <a:spcBef>
                <a:spcPts val="525"/>
              </a:spcBef>
              <a:spcAft>
                <a:spcPts val="525"/>
              </a:spcAft>
              <a:buFont typeface="Symbol" panose="05050102010706020507" pitchFamily="18" charset="2"/>
              <a:buChar char=""/>
            </a:pPr>
            <a:r>
              <a:rPr lang="es-ES" sz="1600" dirty="0">
                <a:latin typeface="PT Sans Narrow" panose="020B0506020203020204" pitchFamily="34" charset="0"/>
                <a:ea typeface="Times New Roman" panose="02020603050405020304" pitchFamily="18" charset="0"/>
              </a:rPr>
              <a:t>Eduardo Méndez, Rodrigo Vélez Bedoya. Metodología Diseño y desarrollo del Proceso de investigación. McGraw-Hill, 1999.</a:t>
            </a:r>
          </a:p>
          <a:p>
            <a:pPr lvl="0">
              <a:lnSpc>
                <a:spcPts val="1045"/>
              </a:lnSpc>
              <a:spcBef>
                <a:spcPts val="525"/>
              </a:spcBef>
              <a:spcAft>
                <a:spcPts val="525"/>
              </a:spcAft>
            </a:pPr>
            <a:endParaRPr lang="es-ES" sz="1600" dirty="0">
              <a:latin typeface="PT Sans Narrow" panose="020B0506020203020204" pitchFamily="34" charset="0"/>
              <a:ea typeface="Times New Roman" panose="02020603050405020304" pitchFamily="18" charset="0"/>
            </a:endParaRPr>
          </a:p>
          <a:p>
            <a:pPr marL="342900" lvl="0" indent="-342900">
              <a:lnSpc>
                <a:spcPts val="1045"/>
              </a:lnSpc>
              <a:spcBef>
                <a:spcPts val="525"/>
              </a:spcBef>
              <a:spcAft>
                <a:spcPts val="525"/>
              </a:spcAft>
              <a:buFont typeface="Symbol" panose="05050102010706020507" pitchFamily="18" charset="2"/>
              <a:buChar char=""/>
            </a:pPr>
            <a:r>
              <a:rPr lang="en-US" sz="1600" dirty="0">
                <a:solidFill>
                  <a:srgbClr val="000000"/>
                </a:solidFill>
                <a:latin typeface="PT Sans Narrow" panose="020B0506020203020204" pitchFamily="34" charset="0"/>
                <a:ea typeface="Times New Roman" panose="02020603050405020304" pitchFamily="18" charset="0"/>
              </a:rPr>
              <a:t>Agassi, Joseph. (1985), Technology. Philosophical and Social Aspects, Boston.</a:t>
            </a:r>
          </a:p>
          <a:p>
            <a:pPr lvl="0">
              <a:lnSpc>
                <a:spcPts val="1045"/>
              </a:lnSpc>
              <a:spcBef>
                <a:spcPts val="525"/>
              </a:spcBef>
              <a:spcAft>
                <a:spcPts val="525"/>
              </a:spcAft>
            </a:pPr>
            <a:endParaRPr lang="es-ES" sz="1600" dirty="0">
              <a:latin typeface="PT Sans Narrow" panose="020B0506020203020204" pitchFamily="34" charset="0"/>
              <a:ea typeface="Times New Roman" panose="02020603050405020304" pitchFamily="18" charset="0"/>
            </a:endParaRPr>
          </a:p>
          <a:p>
            <a:pPr marL="342900" lvl="0" indent="-342900">
              <a:lnSpc>
                <a:spcPts val="1045"/>
              </a:lnSpc>
              <a:spcBef>
                <a:spcPts val="525"/>
              </a:spcBef>
              <a:spcAft>
                <a:spcPts val="525"/>
              </a:spcAft>
              <a:buFont typeface="Symbol" panose="05050102010706020507" pitchFamily="18" charset="2"/>
              <a:buChar char=""/>
            </a:pPr>
            <a:r>
              <a:rPr lang="es-ES" sz="1600" dirty="0">
                <a:latin typeface="PT Sans Narrow" panose="020B0506020203020204" pitchFamily="34" charset="0"/>
                <a:ea typeface="Times New Roman" panose="02020603050405020304" pitchFamily="18" charset="0"/>
              </a:rPr>
              <a:t>Ángeles Caballero, César A. </a:t>
            </a:r>
            <a:r>
              <a:rPr lang="es-ES" sz="1600" i="1" dirty="0">
                <a:latin typeface="PT Sans Narrow" panose="020B0506020203020204" pitchFamily="34" charset="0"/>
                <a:ea typeface="Times New Roman" panose="02020603050405020304" pitchFamily="18" charset="0"/>
              </a:rPr>
              <a:t>La investigación monográfica.</a:t>
            </a:r>
            <a:r>
              <a:rPr lang="es-ES" sz="1600" dirty="0">
                <a:latin typeface="PT Sans Narrow" panose="020B0506020203020204" pitchFamily="34" charset="0"/>
                <a:ea typeface="Times New Roman" panose="02020603050405020304" pitchFamily="18" charset="0"/>
              </a:rPr>
              <a:t> 4a. ed. </a:t>
            </a:r>
            <a:r>
              <a:rPr lang="es-ES" sz="1600" dirty="0" err="1">
                <a:latin typeface="PT Sans Narrow" panose="020B0506020203020204" pitchFamily="34" charset="0"/>
                <a:ea typeface="Times New Roman" panose="02020603050405020304" pitchFamily="18" charset="0"/>
              </a:rPr>
              <a:t>corr</a:t>
            </a:r>
            <a:r>
              <a:rPr lang="es-ES" sz="1600" dirty="0">
                <a:latin typeface="PT Sans Narrow" panose="020B0506020203020204" pitchFamily="34" charset="0"/>
                <a:ea typeface="Times New Roman" panose="02020603050405020304" pitchFamily="18" charset="0"/>
              </a:rPr>
              <a:t>. y </a:t>
            </a:r>
            <a:r>
              <a:rPr lang="es-ES" sz="1600" dirty="0" err="1">
                <a:latin typeface="PT Sans Narrow" panose="020B0506020203020204" pitchFamily="34" charset="0"/>
                <a:ea typeface="Times New Roman" panose="02020603050405020304" pitchFamily="18" charset="0"/>
              </a:rPr>
              <a:t>aum</a:t>
            </a:r>
            <a:r>
              <a:rPr lang="es-ES" sz="1600" dirty="0">
                <a:latin typeface="PT Sans Narrow" panose="020B0506020203020204" pitchFamily="34" charset="0"/>
                <a:ea typeface="Times New Roman" panose="02020603050405020304" pitchFamily="18" charset="0"/>
              </a:rPr>
              <a:t>. Lima, Talleres </a:t>
            </a:r>
            <a:r>
              <a:rPr lang="es-ES" sz="1600" u="sng" dirty="0">
                <a:solidFill>
                  <a:srgbClr val="0000FF"/>
                </a:solidFill>
                <a:latin typeface="PT Sans Narrow" panose="020B0506020203020204" pitchFamily="34" charset="0"/>
                <a:ea typeface="Times New Roman" panose="02020603050405020304" pitchFamily="18" charset="0"/>
                <a:hlinkClick r:id="rId2"/>
              </a:rPr>
              <a:t>Gráficos</a:t>
            </a:r>
            <a:r>
              <a:rPr lang="es-ES" sz="1600" dirty="0">
                <a:latin typeface="PT Sans Narrow" panose="020B0506020203020204" pitchFamily="34" charset="0"/>
                <a:ea typeface="Times New Roman" panose="02020603050405020304" pitchFamily="18" charset="0"/>
              </a:rPr>
              <a:t> P.L. Villanueva S.A., </a:t>
            </a:r>
          </a:p>
          <a:p>
            <a:pPr lvl="0">
              <a:lnSpc>
                <a:spcPts val="1045"/>
              </a:lnSpc>
              <a:spcBef>
                <a:spcPts val="525"/>
              </a:spcBef>
              <a:spcAft>
                <a:spcPts val="525"/>
              </a:spcAft>
            </a:pPr>
            <a:r>
              <a:rPr lang="es-ES" sz="1600" dirty="0">
                <a:latin typeface="PT Sans Narrow" panose="020B0506020203020204" pitchFamily="34" charset="0"/>
                <a:ea typeface="Times New Roman" panose="02020603050405020304" pitchFamily="18" charset="0"/>
              </a:rPr>
              <a:t>      1967, 312 p</a:t>
            </a:r>
          </a:p>
          <a:p>
            <a:pPr lvl="0">
              <a:lnSpc>
                <a:spcPts val="1045"/>
              </a:lnSpc>
              <a:spcBef>
                <a:spcPts val="525"/>
              </a:spcBef>
              <a:spcAft>
                <a:spcPts val="525"/>
              </a:spcAft>
            </a:pPr>
            <a:endParaRPr lang="es-ES" sz="1600" dirty="0">
              <a:latin typeface="PT Sans Narrow" panose="020B0506020203020204" pitchFamily="34" charset="0"/>
              <a:ea typeface="Times New Roman" panose="02020603050405020304" pitchFamily="18" charset="0"/>
            </a:endParaRPr>
          </a:p>
          <a:p>
            <a:pPr marL="342900" lvl="0" indent="-342900">
              <a:lnSpc>
                <a:spcPts val="1045"/>
              </a:lnSpc>
              <a:spcBef>
                <a:spcPts val="525"/>
              </a:spcBef>
              <a:spcAft>
                <a:spcPts val="525"/>
              </a:spcAft>
              <a:buFont typeface="Symbol" panose="05050102010706020507" pitchFamily="18" charset="2"/>
              <a:buChar char=""/>
            </a:pPr>
            <a:r>
              <a:rPr lang="en-US" sz="1600" dirty="0">
                <a:solidFill>
                  <a:srgbClr val="000000"/>
                </a:solidFill>
                <a:latin typeface="PT Sans Narrow" panose="020B0506020203020204" pitchFamily="34" charset="0"/>
                <a:ea typeface="Times New Roman" panose="02020603050405020304" pitchFamily="18" charset="0"/>
              </a:rPr>
              <a:t>GASSI, Joseph. (1985), Technology. Philosophical and Social Aspects</a:t>
            </a:r>
          </a:p>
          <a:p>
            <a:pPr lvl="0">
              <a:lnSpc>
                <a:spcPts val="1045"/>
              </a:lnSpc>
              <a:spcBef>
                <a:spcPts val="525"/>
              </a:spcBef>
              <a:spcAft>
                <a:spcPts val="525"/>
              </a:spcAft>
            </a:pPr>
            <a:endParaRPr lang="es-ES" sz="1600" dirty="0">
              <a:latin typeface="PT Sans Narrow" panose="020B0506020203020204" pitchFamily="34" charset="0"/>
              <a:ea typeface="Times New Roman" panose="02020603050405020304" pitchFamily="18" charset="0"/>
            </a:endParaRPr>
          </a:p>
          <a:p>
            <a:pPr marL="342900" lvl="0" indent="-342900">
              <a:lnSpc>
                <a:spcPts val="1045"/>
              </a:lnSpc>
              <a:spcBef>
                <a:spcPts val="525"/>
              </a:spcBef>
              <a:spcAft>
                <a:spcPts val="525"/>
              </a:spcAft>
              <a:buFont typeface="Symbol" panose="05050102010706020507" pitchFamily="18" charset="2"/>
              <a:buChar char=""/>
            </a:pPr>
            <a:r>
              <a:rPr lang="es-ES" sz="1600" dirty="0">
                <a:latin typeface="PT Sans Narrow" panose="020B0506020203020204" pitchFamily="34" charset="0"/>
                <a:ea typeface="Times New Roman" panose="02020603050405020304" pitchFamily="18" charset="0"/>
              </a:rPr>
              <a:t>Bunge, Mario. (1993), La Investigación Científica Editorial Ariel, Barcelona.</a:t>
            </a:r>
            <a:endParaRPr lang="es-ES" sz="1600" dirty="0">
              <a:effectLst/>
              <a:latin typeface="PT Sans Narrow" panose="020B0506020203020204" pitchFamily="34" charset="0"/>
              <a:ea typeface="Times New Roman" panose="02020603050405020304" pitchFamily="18" charset="0"/>
            </a:endParaRPr>
          </a:p>
        </p:txBody>
      </p:sp>
    </p:spTree>
    <p:extLst>
      <p:ext uri="{BB962C8B-B14F-4D97-AF65-F5344CB8AC3E}">
        <p14:creationId xmlns:p14="http://schemas.microsoft.com/office/powerpoint/2010/main" val="330625421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208</TotalTime>
  <Words>1520</Words>
  <Application>Microsoft Office PowerPoint</Application>
  <PresentationFormat>Widescreen</PresentationFormat>
  <Paragraphs>180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PT Sans Narrow</vt:lpstr>
      <vt:lpstr>Symbol</vt:lpstr>
      <vt:lpstr>Tema de Office</vt:lpstr>
      <vt:lpstr>PowerPoint Presentation</vt:lpstr>
      <vt:lpstr>PowerPoint Presentation</vt:lpstr>
      <vt:lpstr>PowerPoint Presentation</vt:lpstr>
      <vt:lpstr>Entes de investigación</vt:lpstr>
      <vt:lpstr>Entes de investigación</vt:lpstr>
      <vt:lpstr>PowerPoint Presentation</vt:lpstr>
      <vt:lpstr>¿QUÉ ES LA INVESTIGACIÓN?</vt:lpstr>
      <vt:lpstr>¿QUÉ ES LA INVESTIGACIÓN?</vt:lpstr>
      <vt:lpstr>TIPOS DE INVESTIGACIÓN SEGÚN SU APLICACIÓN</vt:lpstr>
      <vt:lpstr>INVESTIGACIÓN EXPLORATORIA </vt:lpstr>
      <vt:lpstr>INVESTIGACIÓN DESCRIPTIVA</vt:lpstr>
      <vt:lpstr>INVESTIGACIÓN EXPLICATIVA</vt:lpstr>
      <vt:lpstr>EL CONOCIMIENTO CIENTÍFICO </vt:lpstr>
      <vt:lpstr>PowerPoint Presentation</vt:lpstr>
      <vt:lpstr>PROCESO DE INVESTIGACIÓN </vt:lpstr>
      <vt:lpstr>DISEÑO  PROCESO DE INVESTIGACIÓN </vt:lpstr>
      <vt:lpstr>DISEÑO  PROCESO DE INVESTIGACIÓN </vt:lpstr>
      <vt:lpstr>DESARROLLO PROCESO DE INVESTIGACIÓN </vt:lpstr>
      <vt:lpstr>SELECCIÓN Y DEFINICION  DEL  TEMA DE INVESTIGACIÓN</vt:lpstr>
      <vt:lpstr>SELECCIÓN Y DEFINICION  DEL  TEMA DE INVESTIGACIÓN</vt:lpstr>
      <vt:lpstr>SELECCIÓN Y DEFINICION  DEL  TEMA DE INVESTIGACIÓN</vt:lpstr>
      <vt:lpstr>PowerPoint Presentation</vt:lpstr>
      <vt:lpstr>REFERENCIAS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Ernesto</dc:creator>
  <cp:lastModifiedBy>Norbey Muñoz</cp:lastModifiedBy>
  <cp:revision>20</cp:revision>
  <dcterms:created xsi:type="dcterms:W3CDTF">2015-08-14T00:59:07Z</dcterms:created>
  <dcterms:modified xsi:type="dcterms:W3CDTF">2026-05-16T16:26:50Z</dcterms:modified>
</cp:coreProperties>
</file>